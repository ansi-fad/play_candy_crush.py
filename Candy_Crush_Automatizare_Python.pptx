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11F29-1F65-46DA-8C95-71F698AC55B9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4CA0C0A-EF10-4FB5-968F-8C0E02F31634}">
      <dgm:prSet/>
      <dgm:spPr/>
      <dgm:t>
        <a:bodyPr/>
        <a:lstStyle/>
        <a:p>
          <a:r>
            <a:rPr lang="en-US"/>
            <a:t>Copie simplificată a jocului Candy Crush</a:t>
          </a:r>
        </a:p>
      </dgm:t>
    </dgm:pt>
    <dgm:pt modelId="{E13639D8-C446-41BE-A48E-2B3D95943F5B}" type="parTrans" cxnId="{13097BD9-A96A-4A27-B5EA-07E05D77BF39}">
      <dgm:prSet/>
      <dgm:spPr/>
      <dgm:t>
        <a:bodyPr/>
        <a:lstStyle/>
        <a:p>
          <a:endParaRPr lang="en-US"/>
        </a:p>
      </dgm:t>
    </dgm:pt>
    <dgm:pt modelId="{6AE65CA0-6CB0-496D-A005-51F3B49F8773}" type="sibTrans" cxnId="{13097BD9-A96A-4A27-B5EA-07E05D77BF39}">
      <dgm:prSet/>
      <dgm:spPr/>
      <dgm:t>
        <a:bodyPr/>
        <a:lstStyle/>
        <a:p>
          <a:endParaRPr lang="en-US"/>
        </a:p>
      </dgm:t>
    </dgm:pt>
    <dgm:pt modelId="{D7335521-0640-4738-90C8-3E2131D60411}">
      <dgm:prSet/>
      <dgm:spPr/>
      <dgm:t>
        <a:bodyPr/>
        <a:lstStyle/>
        <a:p>
          <a:r>
            <a:rPr lang="en-US"/>
            <a:t>Tablă de joc 11x11</a:t>
          </a:r>
        </a:p>
      </dgm:t>
    </dgm:pt>
    <dgm:pt modelId="{E820387D-AA79-4171-935D-01405AE877CC}" type="parTrans" cxnId="{4EDAE8EF-8C4C-466E-BA90-7D64924E0286}">
      <dgm:prSet/>
      <dgm:spPr/>
      <dgm:t>
        <a:bodyPr/>
        <a:lstStyle/>
        <a:p>
          <a:endParaRPr lang="en-US"/>
        </a:p>
      </dgm:t>
    </dgm:pt>
    <dgm:pt modelId="{5589C07B-D401-4FC4-A8E4-4565734F967D}" type="sibTrans" cxnId="{4EDAE8EF-8C4C-466E-BA90-7D64924E0286}">
      <dgm:prSet/>
      <dgm:spPr/>
      <dgm:t>
        <a:bodyPr/>
        <a:lstStyle/>
        <a:p>
          <a:endParaRPr lang="en-US"/>
        </a:p>
      </dgm:t>
    </dgm:pt>
    <dgm:pt modelId="{2F5B6B20-ED69-4307-AFC6-20BD834F39E7}">
      <dgm:prSet/>
      <dgm:spPr/>
      <dgm:t>
        <a:bodyPr/>
        <a:lstStyle/>
        <a:p>
          <a:r>
            <a:rPr lang="en-US"/>
            <a:t>Bomboane reprezentate prin numere</a:t>
          </a:r>
        </a:p>
      </dgm:t>
    </dgm:pt>
    <dgm:pt modelId="{175D310D-807C-4B1B-BBBB-10E341731ABE}" type="parTrans" cxnId="{360B19F9-EC35-4831-9318-66276F3DDF03}">
      <dgm:prSet/>
      <dgm:spPr/>
      <dgm:t>
        <a:bodyPr/>
        <a:lstStyle/>
        <a:p>
          <a:endParaRPr lang="en-US"/>
        </a:p>
      </dgm:t>
    </dgm:pt>
    <dgm:pt modelId="{4AB947B8-6C78-490B-8A12-580233AA4F79}" type="sibTrans" cxnId="{360B19F9-EC35-4831-9318-66276F3DDF03}">
      <dgm:prSet/>
      <dgm:spPr/>
      <dgm:t>
        <a:bodyPr/>
        <a:lstStyle/>
        <a:p>
          <a:endParaRPr lang="en-US"/>
        </a:p>
      </dgm:t>
    </dgm:pt>
    <dgm:pt modelId="{97D92F33-924F-4FF1-B8C1-01BF5D3E87E4}">
      <dgm:prSet/>
      <dgm:spPr/>
      <dgm:t>
        <a:bodyPr/>
        <a:lstStyle/>
        <a:p>
          <a:r>
            <a:rPr lang="en-US"/>
            <a:t>Jocul se joacă automat</a:t>
          </a:r>
        </a:p>
      </dgm:t>
    </dgm:pt>
    <dgm:pt modelId="{CA0D4D7D-8EB8-4057-B735-3A84178C3D0B}" type="parTrans" cxnId="{CFEAE95A-91D5-4252-9B25-0AACAC6113B0}">
      <dgm:prSet/>
      <dgm:spPr/>
      <dgm:t>
        <a:bodyPr/>
        <a:lstStyle/>
        <a:p>
          <a:endParaRPr lang="en-US"/>
        </a:p>
      </dgm:t>
    </dgm:pt>
    <dgm:pt modelId="{77CDE969-3A30-467C-9D28-86CE1E99D2F2}" type="sibTrans" cxnId="{CFEAE95A-91D5-4252-9B25-0AACAC6113B0}">
      <dgm:prSet/>
      <dgm:spPr/>
      <dgm:t>
        <a:bodyPr/>
        <a:lstStyle/>
        <a:p>
          <a:endParaRPr lang="en-US"/>
        </a:p>
      </dgm:t>
    </dgm:pt>
    <dgm:pt modelId="{B5E7237F-C511-43AF-9FE1-1B207451CD81}" type="pres">
      <dgm:prSet presAssocID="{1B611F29-1F65-46DA-8C95-71F698AC55B9}" presName="diagram" presStyleCnt="0">
        <dgm:presLayoutVars>
          <dgm:dir/>
          <dgm:resizeHandles val="exact"/>
        </dgm:presLayoutVars>
      </dgm:prSet>
      <dgm:spPr/>
    </dgm:pt>
    <dgm:pt modelId="{91E63F42-D14A-4579-85D9-E25DFFFF62BE}" type="pres">
      <dgm:prSet presAssocID="{14CA0C0A-EF10-4FB5-968F-8C0E02F31634}" presName="node" presStyleLbl="node1" presStyleIdx="0" presStyleCnt="4">
        <dgm:presLayoutVars>
          <dgm:bulletEnabled val="1"/>
        </dgm:presLayoutVars>
      </dgm:prSet>
      <dgm:spPr/>
    </dgm:pt>
    <dgm:pt modelId="{465735E9-ED68-4A56-9545-3C9D581053E3}" type="pres">
      <dgm:prSet presAssocID="{6AE65CA0-6CB0-496D-A005-51F3B49F8773}" presName="sibTrans" presStyleCnt="0"/>
      <dgm:spPr/>
    </dgm:pt>
    <dgm:pt modelId="{3A5F475C-8359-4663-A0F2-9AFED46A863B}" type="pres">
      <dgm:prSet presAssocID="{D7335521-0640-4738-90C8-3E2131D60411}" presName="node" presStyleLbl="node1" presStyleIdx="1" presStyleCnt="4">
        <dgm:presLayoutVars>
          <dgm:bulletEnabled val="1"/>
        </dgm:presLayoutVars>
      </dgm:prSet>
      <dgm:spPr/>
    </dgm:pt>
    <dgm:pt modelId="{782C931D-D887-44E9-800D-7FE224AF1C1D}" type="pres">
      <dgm:prSet presAssocID="{5589C07B-D401-4FC4-A8E4-4565734F967D}" presName="sibTrans" presStyleCnt="0"/>
      <dgm:spPr/>
    </dgm:pt>
    <dgm:pt modelId="{A001E934-01D8-41B0-A496-EF50EBF378BC}" type="pres">
      <dgm:prSet presAssocID="{2F5B6B20-ED69-4307-AFC6-20BD834F39E7}" presName="node" presStyleLbl="node1" presStyleIdx="2" presStyleCnt="4">
        <dgm:presLayoutVars>
          <dgm:bulletEnabled val="1"/>
        </dgm:presLayoutVars>
      </dgm:prSet>
      <dgm:spPr/>
    </dgm:pt>
    <dgm:pt modelId="{088B8921-F5D2-4553-AF4B-0343E50FC53D}" type="pres">
      <dgm:prSet presAssocID="{4AB947B8-6C78-490B-8A12-580233AA4F79}" presName="sibTrans" presStyleCnt="0"/>
      <dgm:spPr/>
    </dgm:pt>
    <dgm:pt modelId="{FA4B1909-7A2E-4D07-BF92-9C13C04432E5}" type="pres">
      <dgm:prSet presAssocID="{97D92F33-924F-4FF1-B8C1-01BF5D3E87E4}" presName="node" presStyleLbl="node1" presStyleIdx="3" presStyleCnt="4">
        <dgm:presLayoutVars>
          <dgm:bulletEnabled val="1"/>
        </dgm:presLayoutVars>
      </dgm:prSet>
      <dgm:spPr/>
    </dgm:pt>
  </dgm:ptLst>
  <dgm:cxnLst>
    <dgm:cxn modelId="{684CF61F-5654-493D-87F0-953C66BE2266}" type="presOf" srcId="{2F5B6B20-ED69-4307-AFC6-20BD834F39E7}" destId="{A001E934-01D8-41B0-A496-EF50EBF378BC}" srcOrd="0" destOrd="0" presId="urn:microsoft.com/office/officeart/2005/8/layout/default"/>
    <dgm:cxn modelId="{3FFE3354-02C5-40D8-86FD-6926CC310F59}" type="presOf" srcId="{D7335521-0640-4738-90C8-3E2131D60411}" destId="{3A5F475C-8359-4663-A0F2-9AFED46A863B}" srcOrd="0" destOrd="0" presId="urn:microsoft.com/office/officeart/2005/8/layout/default"/>
    <dgm:cxn modelId="{CFEAE95A-91D5-4252-9B25-0AACAC6113B0}" srcId="{1B611F29-1F65-46DA-8C95-71F698AC55B9}" destId="{97D92F33-924F-4FF1-B8C1-01BF5D3E87E4}" srcOrd="3" destOrd="0" parTransId="{CA0D4D7D-8EB8-4057-B735-3A84178C3D0B}" sibTransId="{77CDE969-3A30-467C-9D28-86CE1E99D2F2}"/>
    <dgm:cxn modelId="{65DC3EB3-267E-41A3-8249-0100101559E9}" type="presOf" srcId="{14CA0C0A-EF10-4FB5-968F-8C0E02F31634}" destId="{91E63F42-D14A-4579-85D9-E25DFFFF62BE}" srcOrd="0" destOrd="0" presId="urn:microsoft.com/office/officeart/2005/8/layout/default"/>
    <dgm:cxn modelId="{13097BD9-A96A-4A27-B5EA-07E05D77BF39}" srcId="{1B611F29-1F65-46DA-8C95-71F698AC55B9}" destId="{14CA0C0A-EF10-4FB5-968F-8C0E02F31634}" srcOrd="0" destOrd="0" parTransId="{E13639D8-C446-41BE-A48E-2B3D95943F5B}" sibTransId="{6AE65CA0-6CB0-496D-A005-51F3B49F8773}"/>
    <dgm:cxn modelId="{4139B0E4-43F4-4DAA-B0E4-BB84BB83759A}" type="presOf" srcId="{97D92F33-924F-4FF1-B8C1-01BF5D3E87E4}" destId="{FA4B1909-7A2E-4D07-BF92-9C13C04432E5}" srcOrd="0" destOrd="0" presId="urn:microsoft.com/office/officeart/2005/8/layout/default"/>
    <dgm:cxn modelId="{4EDAE8EF-8C4C-466E-BA90-7D64924E0286}" srcId="{1B611F29-1F65-46DA-8C95-71F698AC55B9}" destId="{D7335521-0640-4738-90C8-3E2131D60411}" srcOrd="1" destOrd="0" parTransId="{E820387D-AA79-4171-935D-01405AE877CC}" sibTransId="{5589C07B-D401-4FC4-A8E4-4565734F967D}"/>
    <dgm:cxn modelId="{360B19F9-EC35-4831-9318-66276F3DDF03}" srcId="{1B611F29-1F65-46DA-8C95-71F698AC55B9}" destId="{2F5B6B20-ED69-4307-AFC6-20BD834F39E7}" srcOrd="2" destOrd="0" parTransId="{175D310D-807C-4B1B-BBBB-10E341731ABE}" sibTransId="{4AB947B8-6C78-490B-8A12-580233AA4F79}"/>
    <dgm:cxn modelId="{A0985EFE-9A25-4915-880B-20DCD6807532}" type="presOf" srcId="{1B611F29-1F65-46DA-8C95-71F698AC55B9}" destId="{B5E7237F-C511-43AF-9FE1-1B207451CD81}" srcOrd="0" destOrd="0" presId="urn:microsoft.com/office/officeart/2005/8/layout/default"/>
    <dgm:cxn modelId="{AD6436F5-B9D0-4F60-BA7F-30CCADBDE785}" type="presParOf" srcId="{B5E7237F-C511-43AF-9FE1-1B207451CD81}" destId="{91E63F42-D14A-4579-85D9-E25DFFFF62BE}" srcOrd="0" destOrd="0" presId="urn:microsoft.com/office/officeart/2005/8/layout/default"/>
    <dgm:cxn modelId="{1EAF0EC8-182A-45DB-869E-B6A0FD743D4E}" type="presParOf" srcId="{B5E7237F-C511-43AF-9FE1-1B207451CD81}" destId="{465735E9-ED68-4A56-9545-3C9D581053E3}" srcOrd="1" destOrd="0" presId="urn:microsoft.com/office/officeart/2005/8/layout/default"/>
    <dgm:cxn modelId="{28A7B6A0-707F-4EAC-8769-F7DE3C7285C2}" type="presParOf" srcId="{B5E7237F-C511-43AF-9FE1-1B207451CD81}" destId="{3A5F475C-8359-4663-A0F2-9AFED46A863B}" srcOrd="2" destOrd="0" presId="urn:microsoft.com/office/officeart/2005/8/layout/default"/>
    <dgm:cxn modelId="{EFC3D72C-1490-46A4-8FD4-09DA2924D678}" type="presParOf" srcId="{B5E7237F-C511-43AF-9FE1-1B207451CD81}" destId="{782C931D-D887-44E9-800D-7FE224AF1C1D}" srcOrd="3" destOrd="0" presId="urn:microsoft.com/office/officeart/2005/8/layout/default"/>
    <dgm:cxn modelId="{E4764F5A-F08A-44AC-A4D8-E933FD517FBF}" type="presParOf" srcId="{B5E7237F-C511-43AF-9FE1-1B207451CD81}" destId="{A001E934-01D8-41B0-A496-EF50EBF378BC}" srcOrd="4" destOrd="0" presId="urn:microsoft.com/office/officeart/2005/8/layout/default"/>
    <dgm:cxn modelId="{D286ADCB-3693-4811-B9B8-74679B669982}" type="presParOf" srcId="{B5E7237F-C511-43AF-9FE1-1B207451CD81}" destId="{088B8921-F5D2-4553-AF4B-0343E50FC53D}" srcOrd="5" destOrd="0" presId="urn:microsoft.com/office/officeart/2005/8/layout/default"/>
    <dgm:cxn modelId="{9EFC8BD1-0D88-4162-97A0-05C274F89F2E}" type="presParOf" srcId="{B5E7237F-C511-43AF-9FE1-1B207451CD81}" destId="{FA4B1909-7A2E-4D07-BF92-9C13C04432E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4699FE-2112-4ECC-A6D9-7CA91E9F16FC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7661A64-EFEA-462F-8FA6-0A95EC68AA55}">
      <dgm:prSet/>
      <dgm:spPr/>
      <dgm:t>
        <a:bodyPr/>
        <a:lstStyle/>
        <a:p>
          <a:r>
            <a:rPr lang="en-US"/>
            <a:t>Tkinter – interfață grafică</a:t>
          </a:r>
        </a:p>
      </dgm:t>
    </dgm:pt>
    <dgm:pt modelId="{7DA27C7D-A25F-40FE-BDFF-696107C539DA}" type="parTrans" cxnId="{45F6C905-B54E-4789-97EB-2F1C89918139}">
      <dgm:prSet/>
      <dgm:spPr/>
      <dgm:t>
        <a:bodyPr/>
        <a:lstStyle/>
        <a:p>
          <a:endParaRPr lang="en-US"/>
        </a:p>
      </dgm:t>
    </dgm:pt>
    <dgm:pt modelId="{1EEB03D5-C9F2-4ED6-A9D3-6FEF22A463EB}" type="sibTrans" cxnId="{45F6C905-B54E-4789-97EB-2F1C89918139}">
      <dgm:prSet/>
      <dgm:spPr/>
      <dgm:t>
        <a:bodyPr/>
        <a:lstStyle/>
        <a:p>
          <a:endParaRPr lang="en-US"/>
        </a:p>
      </dgm:t>
    </dgm:pt>
    <dgm:pt modelId="{4DF4CC81-9A43-4B94-A457-4B606B3BC2AB}">
      <dgm:prSet/>
      <dgm:spPr/>
      <dgm:t>
        <a:bodyPr/>
        <a:lstStyle/>
        <a:p>
          <a:r>
            <a:rPr lang="en-US"/>
            <a:t>pytest – testare automată</a:t>
          </a:r>
        </a:p>
      </dgm:t>
    </dgm:pt>
    <dgm:pt modelId="{5F476099-25E4-4F18-8F82-35EDD62595B3}" type="parTrans" cxnId="{87375024-BEC1-4C13-B295-B5E3AFF67711}">
      <dgm:prSet/>
      <dgm:spPr/>
      <dgm:t>
        <a:bodyPr/>
        <a:lstStyle/>
        <a:p>
          <a:endParaRPr lang="en-US"/>
        </a:p>
      </dgm:t>
    </dgm:pt>
    <dgm:pt modelId="{4C7D9B74-1B2C-4132-8DF1-8D169C14C479}" type="sibTrans" cxnId="{87375024-BEC1-4C13-B295-B5E3AFF67711}">
      <dgm:prSet/>
      <dgm:spPr/>
      <dgm:t>
        <a:bodyPr/>
        <a:lstStyle/>
        <a:p>
          <a:endParaRPr lang="en-US"/>
        </a:p>
      </dgm:t>
    </dgm:pt>
    <dgm:pt modelId="{A44C0836-B63B-455C-BA81-86D9F1DEF6C9}" type="pres">
      <dgm:prSet presAssocID="{B54699FE-2112-4ECC-A6D9-7CA91E9F16F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C2369A5-63FF-4306-B8BD-9BC8B2ECB557}" type="pres">
      <dgm:prSet presAssocID="{A7661A64-EFEA-462F-8FA6-0A95EC68AA55}" presName="root" presStyleCnt="0"/>
      <dgm:spPr/>
    </dgm:pt>
    <dgm:pt modelId="{D87E0F9F-A15F-4F6F-9DBE-4D111AEAC3B8}" type="pres">
      <dgm:prSet presAssocID="{A7661A64-EFEA-462F-8FA6-0A95EC68AA55}" presName="rootComposite" presStyleCnt="0"/>
      <dgm:spPr/>
    </dgm:pt>
    <dgm:pt modelId="{40054B76-1160-486F-BA42-194EAAA6953E}" type="pres">
      <dgm:prSet presAssocID="{A7661A64-EFEA-462F-8FA6-0A95EC68AA55}" presName="rootText" presStyleLbl="node1" presStyleIdx="0" presStyleCnt="2"/>
      <dgm:spPr/>
    </dgm:pt>
    <dgm:pt modelId="{A49B616F-1349-4EDB-9FB4-2B47F85178ED}" type="pres">
      <dgm:prSet presAssocID="{A7661A64-EFEA-462F-8FA6-0A95EC68AA55}" presName="rootConnector" presStyleLbl="node1" presStyleIdx="0" presStyleCnt="2"/>
      <dgm:spPr/>
    </dgm:pt>
    <dgm:pt modelId="{563E7EFC-F81F-4A00-9411-DC89D4806E09}" type="pres">
      <dgm:prSet presAssocID="{A7661A64-EFEA-462F-8FA6-0A95EC68AA55}" presName="childShape" presStyleCnt="0"/>
      <dgm:spPr/>
    </dgm:pt>
    <dgm:pt modelId="{BC368FA9-5836-4396-B834-9519742B4E01}" type="pres">
      <dgm:prSet presAssocID="{4DF4CC81-9A43-4B94-A457-4B606B3BC2AB}" presName="root" presStyleCnt="0"/>
      <dgm:spPr/>
    </dgm:pt>
    <dgm:pt modelId="{FDB4E6A1-41BC-45D1-8842-70B39B8DAF44}" type="pres">
      <dgm:prSet presAssocID="{4DF4CC81-9A43-4B94-A457-4B606B3BC2AB}" presName="rootComposite" presStyleCnt="0"/>
      <dgm:spPr/>
    </dgm:pt>
    <dgm:pt modelId="{4F886FB1-ADA5-4524-9662-93951CFF9B7D}" type="pres">
      <dgm:prSet presAssocID="{4DF4CC81-9A43-4B94-A457-4B606B3BC2AB}" presName="rootText" presStyleLbl="node1" presStyleIdx="1" presStyleCnt="2"/>
      <dgm:spPr/>
    </dgm:pt>
    <dgm:pt modelId="{8BE59B51-2D03-48B8-BD1E-F0E069A65A18}" type="pres">
      <dgm:prSet presAssocID="{4DF4CC81-9A43-4B94-A457-4B606B3BC2AB}" presName="rootConnector" presStyleLbl="node1" presStyleIdx="1" presStyleCnt="2"/>
      <dgm:spPr/>
    </dgm:pt>
    <dgm:pt modelId="{F28025F5-0F57-48E7-A5BD-5E53CC3696F4}" type="pres">
      <dgm:prSet presAssocID="{4DF4CC81-9A43-4B94-A457-4B606B3BC2AB}" presName="childShape" presStyleCnt="0"/>
      <dgm:spPr/>
    </dgm:pt>
  </dgm:ptLst>
  <dgm:cxnLst>
    <dgm:cxn modelId="{45F6C905-B54E-4789-97EB-2F1C89918139}" srcId="{B54699FE-2112-4ECC-A6D9-7CA91E9F16FC}" destId="{A7661A64-EFEA-462F-8FA6-0A95EC68AA55}" srcOrd="0" destOrd="0" parTransId="{7DA27C7D-A25F-40FE-BDFF-696107C539DA}" sibTransId="{1EEB03D5-C9F2-4ED6-A9D3-6FEF22A463EB}"/>
    <dgm:cxn modelId="{00F8571C-C43D-41A7-ABAF-4FAA5F5D7572}" type="presOf" srcId="{A7661A64-EFEA-462F-8FA6-0A95EC68AA55}" destId="{40054B76-1160-486F-BA42-194EAAA6953E}" srcOrd="0" destOrd="0" presId="urn:microsoft.com/office/officeart/2005/8/layout/hierarchy3"/>
    <dgm:cxn modelId="{87375024-BEC1-4C13-B295-B5E3AFF67711}" srcId="{B54699FE-2112-4ECC-A6D9-7CA91E9F16FC}" destId="{4DF4CC81-9A43-4B94-A457-4B606B3BC2AB}" srcOrd="1" destOrd="0" parTransId="{5F476099-25E4-4F18-8F82-35EDD62595B3}" sibTransId="{4C7D9B74-1B2C-4132-8DF1-8D169C14C479}"/>
    <dgm:cxn modelId="{150E205D-2DC0-4B6D-87B4-BAFD4E57A6C6}" type="presOf" srcId="{B54699FE-2112-4ECC-A6D9-7CA91E9F16FC}" destId="{A44C0836-B63B-455C-BA81-86D9F1DEF6C9}" srcOrd="0" destOrd="0" presId="urn:microsoft.com/office/officeart/2005/8/layout/hierarchy3"/>
    <dgm:cxn modelId="{3859699C-F8C0-4C56-8090-3378E2F594F9}" type="presOf" srcId="{A7661A64-EFEA-462F-8FA6-0A95EC68AA55}" destId="{A49B616F-1349-4EDB-9FB4-2B47F85178ED}" srcOrd="1" destOrd="0" presId="urn:microsoft.com/office/officeart/2005/8/layout/hierarchy3"/>
    <dgm:cxn modelId="{179853BE-8D26-4AAB-A326-44F828D4B365}" type="presOf" srcId="{4DF4CC81-9A43-4B94-A457-4B606B3BC2AB}" destId="{8BE59B51-2D03-48B8-BD1E-F0E069A65A18}" srcOrd="1" destOrd="0" presId="urn:microsoft.com/office/officeart/2005/8/layout/hierarchy3"/>
    <dgm:cxn modelId="{7A463FDA-6678-4AAD-907B-4CBEF3E49443}" type="presOf" srcId="{4DF4CC81-9A43-4B94-A457-4B606B3BC2AB}" destId="{4F886FB1-ADA5-4524-9662-93951CFF9B7D}" srcOrd="0" destOrd="0" presId="urn:microsoft.com/office/officeart/2005/8/layout/hierarchy3"/>
    <dgm:cxn modelId="{39DF6AD5-B9AD-4C0F-B070-AA40258522A3}" type="presParOf" srcId="{A44C0836-B63B-455C-BA81-86D9F1DEF6C9}" destId="{1C2369A5-63FF-4306-B8BD-9BC8B2ECB557}" srcOrd="0" destOrd="0" presId="urn:microsoft.com/office/officeart/2005/8/layout/hierarchy3"/>
    <dgm:cxn modelId="{334AE700-A487-4E70-BE80-DCEBB8BCB71F}" type="presParOf" srcId="{1C2369A5-63FF-4306-B8BD-9BC8B2ECB557}" destId="{D87E0F9F-A15F-4F6F-9DBE-4D111AEAC3B8}" srcOrd="0" destOrd="0" presId="urn:microsoft.com/office/officeart/2005/8/layout/hierarchy3"/>
    <dgm:cxn modelId="{8D87922A-3FC0-40F1-8779-8EFC6D3A2BBC}" type="presParOf" srcId="{D87E0F9F-A15F-4F6F-9DBE-4D111AEAC3B8}" destId="{40054B76-1160-486F-BA42-194EAAA6953E}" srcOrd="0" destOrd="0" presId="urn:microsoft.com/office/officeart/2005/8/layout/hierarchy3"/>
    <dgm:cxn modelId="{0F6F603C-0EFA-4CC7-A709-AC6B331ACD56}" type="presParOf" srcId="{D87E0F9F-A15F-4F6F-9DBE-4D111AEAC3B8}" destId="{A49B616F-1349-4EDB-9FB4-2B47F85178ED}" srcOrd="1" destOrd="0" presId="urn:microsoft.com/office/officeart/2005/8/layout/hierarchy3"/>
    <dgm:cxn modelId="{04BC4E3E-A22B-4C31-B901-35048D84FE57}" type="presParOf" srcId="{1C2369A5-63FF-4306-B8BD-9BC8B2ECB557}" destId="{563E7EFC-F81F-4A00-9411-DC89D4806E09}" srcOrd="1" destOrd="0" presId="urn:microsoft.com/office/officeart/2005/8/layout/hierarchy3"/>
    <dgm:cxn modelId="{3EBF7E84-4180-4E98-952E-346962D42016}" type="presParOf" srcId="{A44C0836-B63B-455C-BA81-86D9F1DEF6C9}" destId="{BC368FA9-5836-4396-B834-9519742B4E01}" srcOrd="1" destOrd="0" presId="urn:microsoft.com/office/officeart/2005/8/layout/hierarchy3"/>
    <dgm:cxn modelId="{9DC09068-3FF8-429F-8C89-FD0E8676A10E}" type="presParOf" srcId="{BC368FA9-5836-4396-B834-9519742B4E01}" destId="{FDB4E6A1-41BC-45D1-8842-70B39B8DAF44}" srcOrd="0" destOrd="0" presId="urn:microsoft.com/office/officeart/2005/8/layout/hierarchy3"/>
    <dgm:cxn modelId="{9246CADB-F661-4A2D-B416-531644FB7D8F}" type="presParOf" srcId="{FDB4E6A1-41BC-45D1-8842-70B39B8DAF44}" destId="{4F886FB1-ADA5-4524-9662-93951CFF9B7D}" srcOrd="0" destOrd="0" presId="urn:microsoft.com/office/officeart/2005/8/layout/hierarchy3"/>
    <dgm:cxn modelId="{0DC1139F-BA54-46FD-8B1B-0321C78B0FE3}" type="presParOf" srcId="{FDB4E6A1-41BC-45D1-8842-70B39B8DAF44}" destId="{8BE59B51-2D03-48B8-BD1E-F0E069A65A18}" srcOrd="1" destOrd="0" presId="urn:microsoft.com/office/officeart/2005/8/layout/hierarchy3"/>
    <dgm:cxn modelId="{34A1CEEF-EA23-4196-89F8-C8D4D8A05021}" type="presParOf" srcId="{BC368FA9-5836-4396-B834-9519742B4E01}" destId="{F28025F5-0F57-48E7-A5BD-5E53CC3696F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034952-B3A6-4EF3-AA3B-28D4A9B111C6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37FDD70-3D7D-46F2-95C5-5AB8E6A5AAF1}">
      <dgm:prSet/>
      <dgm:spPr/>
      <dgm:t>
        <a:bodyPr/>
        <a:lstStyle/>
        <a:p>
          <a:r>
            <a:rPr lang="en-US"/>
            <a:t>play_candycrush.py – logica jocului</a:t>
          </a:r>
        </a:p>
      </dgm:t>
    </dgm:pt>
    <dgm:pt modelId="{32AFC499-D4E2-4B81-87FA-9549DDB79DED}" type="parTrans" cxnId="{2E01F48B-FC1E-4E65-81C2-38F6BE69C68F}">
      <dgm:prSet/>
      <dgm:spPr/>
      <dgm:t>
        <a:bodyPr/>
        <a:lstStyle/>
        <a:p>
          <a:endParaRPr lang="en-US"/>
        </a:p>
      </dgm:t>
    </dgm:pt>
    <dgm:pt modelId="{D3601007-EB8C-44D9-A73A-1D5F40B94961}" type="sibTrans" cxnId="{2E01F48B-FC1E-4E65-81C2-38F6BE69C68F}">
      <dgm:prSet/>
      <dgm:spPr/>
      <dgm:t>
        <a:bodyPr/>
        <a:lstStyle/>
        <a:p>
          <a:endParaRPr lang="en-US"/>
        </a:p>
      </dgm:t>
    </dgm:pt>
    <dgm:pt modelId="{4B7A900C-7336-4B24-8096-6C86230D7DC6}">
      <dgm:prSet/>
      <dgm:spPr/>
      <dgm:t>
        <a:bodyPr/>
        <a:lstStyle/>
        <a:p>
          <a:r>
            <a:rPr lang="en-US"/>
            <a:t>ui_tk.py – interfața grafică</a:t>
          </a:r>
        </a:p>
      </dgm:t>
    </dgm:pt>
    <dgm:pt modelId="{8CEDC560-8A28-428B-AD2A-17B0B5FC8387}" type="parTrans" cxnId="{2799DB57-C896-4F41-96CA-9943ED230748}">
      <dgm:prSet/>
      <dgm:spPr/>
      <dgm:t>
        <a:bodyPr/>
        <a:lstStyle/>
        <a:p>
          <a:endParaRPr lang="en-US"/>
        </a:p>
      </dgm:t>
    </dgm:pt>
    <dgm:pt modelId="{8FD930D2-FB85-45E5-B2DE-9E514C28CA12}" type="sibTrans" cxnId="{2799DB57-C896-4F41-96CA-9943ED230748}">
      <dgm:prSet/>
      <dgm:spPr/>
      <dgm:t>
        <a:bodyPr/>
        <a:lstStyle/>
        <a:p>
          <a:endParaRPr lang="en-US"/>
        </a:p>
      </dgm:t>
    </dgm:pt>
    <dgm:pt modelId="{6EC28D75-DC3A-430E-B7B9-EFB8E3AF3DEC}">
      <dgm:prSet/>
      <dgm:spPr/>
      <dgm:t>
        <a:bodyPr/>
        <a:lstStyle/>
        <a:p>
          <a:r>
            <a:rPr lang="en-US"/>
            <a:t>test_board.py – testare</a:t>
          </a:r>
        </a:p>
      </dgm:t>
    </dgm:pt>
    <dgm:pt modelId="{DBE20662-40C0-4A27-922F-F0F458A17EA5}" type="parTrans" cxnId="{741ECADC-B4A8-4456-B66C-3AC47D56EDF0}">
      <dgm:prSet/>
      <dgm:spPr/>
      <dgm:t>
        <a:bodyPr/>
        <a:lstStyle/>
        <a:p>
          <a:endParaRPr lang="en-US"/>
        </a:p>
      </dgm:t>
    </dgm:pt>
    <dgm:pt modelId="{48456116-7917-45E5-A416-C272F050F900}" type="sibTrans" cxnId="{741ECADC-B4A8-4456-B66C-3AC47D56EDF0}">
      <dgm:prSet/>
      <dgm:spPr/>
      <dgm:t>
        <a:bodyPr/>
        <a:lstStyle/>
        <a:p>
          <a:endParaRPr lang="en-US"/>
        </a:p>
      </dgm:t>
    </dgm:pt>
    <dgm:pt modelId="{4E6F4849-3F15-41BC-B51F-EF4631B79B63}">
      <dgm:prSet/>
      <dgm:spPr/>
      <dgm:t>
        <a:bodyPr/>
        <a:lstStyle/>
        <a:p>
          <a:r>
            <a:rPr lang="en-US"/>
            <a:t>Cod modular și clar</a:t>
          </a:r>
        </a:p>
      </dgm:t>
    </dgm:pt>
    <dgm:pt modelId="{A3F2FFF3-1697-419B-8B75-236A6410DC33}" type="parTrans" cxnId="{3AF4BDA2-4C91-4C19-A328-2350665369AD}">
      <dgm:prSet/>
      <dgm:spPr/>
      <dgm:t>
        <a:bodyPr/>
        <a:lstStyle/>
        <a:p>
          <a:endParaRPr lang="en-US"/>
        </a:p>
      </dgm:t>
    </dgm:pt>
    <dgm:pt modelId="{88FEE4F6-DFD0-4A19-A05B-A08045AE8B2F}" type="sibTrans" cxnId="{3AF4BDA2-4C91-4C19-A328-2350665369AD}">
      <dgm:prSet/>
      <dgm:spPr/>
      <dgm:t>
        <a:bodyPr/>
        <a:lstStyle/>
        <a:p>
          <a:endParaRPr lang="en-US"/>
        </a:p>
      </dgm:t>
    </dgm:pt>
    <dgm:pt modelId="{16E9C52D-5DB9-4B99-AC4A-87D3E1AEC4FB}" type="pres">
      <dgm:prSet presAssocID="{A8034952-B3A6-4EF3-AA3B-28D4A9B111C6}" presName="outerComposite" presStyleCnt="0">
        <dgm:presLayoutVars>
          <dgm:chMax val="5"/>
          <dgm:dir/>
          <dgm:resizeHandles val="exact"/>
        </dgm:presLayoutVars>
      </dgm:prSet>
      <dgm:spPr/>
    </dgm:pt>
    <dgm:pt modelId="{83146BC7-FCA1-482E-9CFC-5C75C5DB720D}" type="pres">
      <dgm:prSet presAssocID="{A8034952-B3A6-4EF3-AA3B-28D4A9B111C6}" presName="dummyMaxCanvas" presStyleCnt="0">
        <dgm:presLayoutVars/>
      </dgm:prSet>
      <dgm:spPr/>
    </dgm:pt>
    <dgm:pt modelId="{F74C2AE6-DA88-4BDD-83EC-E897E2725035}" type="pres">
      <dgm:prSet presAssocID="{A8034952-B3A6-4EF3-AA3B-28D4A9B111C6}" presName="FourNodes_1" presStyleLbl="node1" presStyleIdx="0" presStyleCnt="4">
        <dgm:presLayoutVars>
          <dgm:bulletEnabled val="1"/>
        </dgm:presLayoutVars>
      </dgm:prSet>
      <dgm:spPr/>
    </dgm:pt>
    <dgm:pt modelId="{07067B96-70EE-475B-B4A4-E5BBCC5BE942}" type="pres">
      <dgm:prSet presAssocID="{A8034952-B3A6-4EF3-AA3B-28D4A9B111C6}" presName="FourNodes_2" presStyleLbl="node1" presStyleIdx="1" presStyleCnt="4">
        <dgm:presLayoutVars>
          <dgm:bulletEnabled val="1"/>
        </dgm:presLayoutVars>
      </dgm:prSet>
      <dgm:spPr/>
    </dgm:pt>
    <dgm:pt modelId="{503F3E0A-A662-4E3F-AD32-6D1244239193}" type="pres">
      <dgm:prSet presAssocID="{A8034952-B3A6-4EF3-AA3B-28D4A9B111C6}" presName="FourNodes_3" presStyleLbl="node1" presStyleIdx="2" presStyleCnt="4">
        <dgm:presLayoutVars>
          <dgm:bulletEnabled val="1"/>
        </dgm:presLayoutVars>
      </dgm:prSet>
      <dgm:spPr/>
    </dgm:pt>
    <dgm:pt modelId="{8DDBC66A-8AC1-4118-AE9E-C0CD8444D128}" type="pres">
      <dgm:prSet presAssocID="{A8034952-B3A6-4EF3-AA3B-28D4A9B111C6}" presName="FourNodes_4" presStyleLbl="node1" presStyleIdx="3" presStyleCnt="4">
        <dgm:presLayoutVars>
          <dgm:bulletEnabled val="1"/>
        </dgm:presLayoutVars>
      </dgm:prSet>
      <dgm:spPr/>
    </dgm:pt>
    <dgm:pt modelId="{B403BA79-AC79-4372-BB6E-2E929AF70139}" type="pres">
      <dgm:prSet presAssocID="{A8034952-B3A6-4EF3-AA3B-28D4A9B111C6}" presName="FourConn_1-2" presStyleLbl="fgAccFollowNode1" presStyleIdx="0" presStyleCnt="3">
        <dgm:presLayoutVars>
          <dgm:bulletEnabled val="1"/>
        </dgm:presLayoutVars>
      </dgm:prSet>
      <dgm:spPr/>
    </dgm:pt>
    <dgm:pt modelId="{C46EA1B5-1069-48E4-8FE1-920E4F4705BB}" type="pres">
      <dgm:prSet presAssocID="{A8034952-B3A6-4EF3-AA3B-28D4A9B111C6}" presName="FourConn_2-3" presStyleLbl="fgAccFollowNode1" presStyleIdx="1" presStyleCnt="3">
        <dgm:presLayoutVars>
          <dgm:bulletEnabled val="1"/>
        </dgm:presLayoutVars>
      </dgm:prSet>
      <dgm:spPr/>
    </dgm:pt>
    <dgm:pt modelId="{370D6650-B5C6-495F-93FC-110F9101217F}" type="pres">
      <dgm:prSet presAssocID="{A8034952-B3A6-4EF3-AA3B-28D4A9B111C6}" presName="FourConn_3-4" presStyleLbl="fgAccFollowNode1" presStyleIdx="2" presStyleCnt="3">
        <dgm:presLayoutVars>
          <dgm:bulletEnabled val="1"/>
        </dgm:presLayoutVars>
      </dgm:prSet>
      <dgm:spPr/>
    </dgm:pt>
    <dgm:pt modelId="{7BC88F87-B31B-4606-9717-61B3B21879DB}" type="pres">
      <dgm:prSet presAssocID="{A8034952-B3A6-4EF3-AA3B-28D4A9B111C6}" presName="FourNodes_1_text" presStyleLbl="node1" presStyleIdx="3" presStyleCnt="4">
        <dgm:presLayoutVars>
          <dgm:bulletEnabled val="1"/>
        </dgm:presLayoutVars>
      </dgm:prSet>
      <dgm:spPr/>
    </dgm:pt>
    <dgm:pt modelId="{CE904925-E396-4BEF-91D8-CBD45B9F5146}" type="pres">
      <dgm:prSet presAssocID="{A8034952-B3A6-4EF3-AA3B-28D4A9B111C6}" presName="FourNodes_2_text" presStyleLbl="node1" presStyleIdx="3" presStyleCnt="4">
        <dgm:presLayoutVars>
          <dgm:bulletEnabled val="1"/>
        </dgm:presLayoutVars>
      </dgm:prSet>
      <dgm:spPr/>
    </dgm:pt>
    <dgm:pt modelId="{53162C5F-9E69-4C2E-A772-6DD564797DE1}" type="pres">
      <dgm:prSet presAssocID="{A8034952-B3A6-4EF3-AA3B-28D4A9B111C6}" presName="FourNodes_3_text" presStyleLbl="node1" presStyleIdx="3" presStyleCnt="4">
        <dgm:presLayoutVars>
          <dgm:bulletEnabled val="1"/>
        </dgm:presLayoutVars>
      </dgm:prSet>
      <dgm:spPr/>
    </dgm:pt>
    <dgm:pt modelId="{9EF25649-499B-46E7-8B89-E67D34C94B36}" type="pres">
      <dgm:prSet presAssocID="{A8034952-B3A6-4EF3-AA3B-28D4A9B111C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794B706-B2CF-49A2-844B-0CD8BA6761F8}" type="presOf" srcId="{D3601007-EB8C-44D9-A73A-1D5F40B94961}" destId="{B403BA79-AC79-4372-BB6E-2E929AF70139}" srcOrd="0" destOrd="0" presId="urn:microsoft.com/office/officeart/2005/8/layout/vProcess5"/>
    <dgm:cxn modelId="{DD33E506-39F4-45A9-9454-F8489AE976B5}" type="presOf" srcId="{A8034952-B3A6-4EF3-AA3B-28D4A9B111C6}" destId="{16E9C52D-5DB9-4B99-AC4A-87D3E1AEC4FB}" srcOrd="0" destOrd="0" presId="urn:microsoft.com/office/officeart/2005/8/layout/vProcess5"/>
    <dgm:cxn modelId="{9736A416-3E0A-4644-9899-9C483DCA680B}" type="presOf" srcId="{537FDD70-3D7D-46F2-95C5-5AB8E6A5AAF1}" destId="{7BC88F87-B31B-4606-9717-61B3B21879DB}" srcOrd="1" destOrd="0" presId="urn:microsoft.com/office/officeart/2005/8/layout/vProcess5"/>
    <dgm:cxn modelId="{7A546920-E162-47A4-AE24-02C3BC2AB40C}" type="presOf" srcId="{48456116-7917-45E5-A416-C272F050F900}" destId="{370D6650-B5C6-495F-93FC-110F9101217F}" srcOrd="0" destOrd="0" presId="urn:microsoft.com/office/officeart/2005/8/layout/vProcess5"/>
    <dgm:cxn modelId="{67C52F5F-5721-43DD-BF8E-B38CC831F765}" type="presOf" srcId="{4E6F4849-3F15-41BC-B51F-EF4631B79B63}" destId="{9EF25649-499B-46E7-8B89-E67D34C94B36}" srcOrd="1" destOrd="0" presId="urn:microsoft.com/office/officeart/2005/8/layout/vProcess5"/>
    <dgm:cxn modelId="{E3FB2569-36AC-40FA-9184-EE945644692A}" type="presOf" srcId="{4E6F4849-3F15-41BC-B51F-EF4631B79B63}" destId="{8DDBC66A-8AC1-4118-AE9E-C0CD8444D128}" srcOrd="0" destOrd="0" presId="urn:microsoft.com/office/officeart/2005/8/layout/vProcess5"/>
    <dgm:cxn modelId="{2799DB57-C896-4F41-96CA-9943ED230748}" srcId="{A8034952-B3A6-4EF3-AA3B-28D4A9B111C6}" destId="{4B7A900C-7336-4B24-8096-6C86230D7DC6}" srcOrd="1" destOrd="0" parTransId="{8CEDC560-8A28-428B-AD2A-17B0B5FC8387}" sibTransId="{8FD930D2-FB85-45E5-B2DE-9E514C28CA12}"/>
    <dgm:cxn modelId="{E4FFA286-9861-41A6-8A0F-39B2783FEEB1}" type="presOf" srcId="{6EC28D75-DC3A-430E-B7B9-EFB8E3AF3DEC}" destId="{53162C5F-9E69-4C2E-A772-6DD564797DE1}" srcOrd="1" destOrd="0" presId="urn:microsoft.com/office/officeart/2005/8/layout/vProcess5"/>
    <dgm:cxn modelId="{2E01F48B-FC1E-4E65-81C2-38F6BE69C68F}" srcId="{A8034952-B3A6-4EF3-AA3B-28D4A9B111C6}" destId="{537FDD70-3D7D-46F2-95C5-5AB8E6A5AAF1}" srcOrd="0" destOrd="0" parTransId="{32AFC499-D4E2-4B81-87FA-9549DDB79DED}" sibTransId="{D3601007-EB8C-44D9-A73A-1D5F40B94961}"/>
    <dgm:cxn modelId="{CAACAC96-19D2-4515-93AA-7161AE243D17}" type="presOf" srcId="{8FD930D2-FB85-45E5-B2DE-9E514C28CA12}" destId="{C46EA1B5-1069-48E4-8FE1-920E4F4705BB}" srcOrd="0" destOrd="0" presId="urn:microsoft.com/office/officeart/2005/8/layout/vProcess5"/>
    <dgm:cxn modelId="{3AF4BDA2-4C91-4C19-A328-2350665369AD}" srcId="{A8034952-B3A6-4EF3-AA3B-28D4A9B111C6}" destId="{4E6F4849-3F15-41BC-B51F-EF4631B79B63}" srcOrd="3" destOrd="0" parTransId="{A3F2FFF3-1697-419B-8B75-236A6410DC33}" sibTransId="{88FEE4F6-DFD0-4A19-A05B-A08045AE8B2F}"/>
    <dgm:cxn modelId="{46BD4DBC-82E4-4B8F-9A8E-FF28DCECCBA5}" type="presOf" srcId="{4B7A900C-7336-4B24-8096-6C86230D7DC6}" destId="{07067B96-70EE-475B-B4A4-E5BBCC5BE942}" srcOrd="0" destOrd="0" presId="urn:microsoft.com/office/officeart/2005/8/layout/vProcess5"/>
    <dgm:cxn modelId="{9FE43CCA-FDDF-41E0-9BF2-35F7B69485C7}" type="presOf" srcId="{4B7A900C-7336-4B24-8096-6C86230D7DC6}" destId="{CE904925-E396-4BEF-91D8-CBD45B9F5146}" srcOrd="1" destOrd="0" presId="urn:microsoft.com/office/officeart/2005/8/layout/vProcess5"/>
    <dgm:cxn modelId="{8F5A6AD6-A9DF-4FCB-8FE3-47601ECFE958}" type="presOf" srcId="{537FDD70-3D7D-46F2-95C5-5AB8E6A5AAF1}" destId="{F74C2AE6-DA88-4BDD-83EC-E897E2725035}" srcOrd="0" destOrd="0" presId="urn:microsoft.com/office/officeart/2005/8/layout/vProcess5"/>
    <dgm:cxn modelId="{741ECADC-B4A8-4456-B66C-3AC47D56EDF0}" srcId="{A8034952-B3A6-4EF3-AA3B-28D4A9B111C6}" destId="{6EC28D75-DC3A-430E-B7B9-EFB8E3AF3DEC}" srcOrd="2" destOrd="0" parTransId="{DBE20662-40C0-4A27-922F-F0F458A17EA5}" sibTransId="{48456116-7917-45E5-A416-C272F050F900}"/>
    <dgm:cxn modelId="{656F98E0-C706-4F35-868F-32A0666A63DA}" type="presOf" srcId="{6EC28D75-DC3A-430E-B7B9-EFB8E3AF3DEC}" destId="{503F3E0A-A662-4E3F-AD32-6D1244239193}" srcOrd="0" destOrd="0" presId="urn:microsoft.com/office/officeart/2005/8/layout/vProcess5"/>
    <dgm:cxn modelId="{AF44C975-94B9-4D57-8937-58917024682F}" type="presParOf" srcId="{16E9C52D-5DB9-4B99-AC4A-87D3E1AEC4FB}" destId="{83146BC7-FCA1-482E-9CFC-5C75C5DB720D}" srcOrd="0" destOrd="0" presId="urn:microsoft.com/office/officeart/2005/8/layout/vProcess5"/>
    <dgm:cxn modelId="{1FDCCD19-377F-4DAE-9E3F-4CE274E096F4}" type="presParOf" srcId="{16E9C52D-5DB9-4B99-AC4A-87D3E1AEC4FB}" destId="{F74C2AE6-DA88-4BDD-83EC-E897E2725035}" srcOrd="1" destOrd="0" presId="urn:microsoft.com/office/officeart/2005/8/layout/vProcess5"/>
    <dgm:cxn modelId="{DF4C6E83-4D50-46EC-BD1A-68514AAA9914}" type="presParOf" srcId="{16E9C52D-5DB9-4B99-AC4A-87D3E1AEC4FB}" destId="{07067B96-70EE-475B-B4A4-E5BBCC5BE942}" srcOrd="2" destOrd="0" presId="urn:microsoft.com/office/officeart/2005/8/layout/vProcess5"/>
    <dgm:cxn modelId="{24D425FA-38C5-408D-8CB9-AD061E10E766}" type="presParOf" srcId="{16E9C52D-5DB9-4B99-AC4A-87D3E1AEC4FB}" destId="{503F3E0A-A662-4E3F-AD32-6D1244239193}" srcOrd="3" destOrd="0" presId="urn:microsoft.com/office/officeart/2005/8/layout/vProcess5"/>
    <dgm:cxn modelId="{8EC93E94-4FA7-41F2-82EE-BBF05E528CAB}" type="presParOf" srcId="{16E9C52D-5DB9-4B99-AC4A-87D3E1AEC4FB}" destId="{8DDBC66A-8AC1-4118-AE9E-C0CD8444D128}" srcOrd="4" destOrd="0" presId="urn:microsoft.com/office/officeart/2005/8/layout/vProcess5"/>
    <dgm:cxn modelId="{6D88E908-B585-48B5-85DB-F5E3387B5517}" type="presParOf" srcId="{16E9C52D-5DB9-4B99-AC4A-87D3E1AEC4FB}" destId="{B403BA79-AC79-4372-BB6E-2E929AF70139}" srcOrd="5" destOrd="0" presId="urn:microsoft.com/office/officeart/2005/8/layout/vProcess5"/>
    <dgm:cxn modelId="{2A39E149-08B9-4DF3-91C2-BEFEA21E87B3}" type="presParOf" srcId="{16E9C52D-5DB9-4B99-AC4A-87D3E1AEC4FB}" destId="{C46EA1B5-1069-48E4-8FE1-920E4F4705BB}" srcOrd="6" destOrd="0" presId="urn:microsoft.com/office/officeart/2005/8/layout/vProcess5"/>
    <dgm:cxn modelId="{F78C9E10-88E2-485E-B93E-A36D89ACFA58}" type="presParOf" srcId="{16E9C52D-5DB9-4B99-AC4A-87D3E1AEC4FB}" destId="{370D6650-B5C6-495F-93FC-110F9101217F}" srcOrd="7" destOrd="0" presId="urn:microsoft.com/office/officeart/2005/8/layout/vProcess5"/>
    <dgm:cxn modelId="{2AC1E82B-7609-4182-B2A0-178186FFC7F2}" type="presParOf" srcId="{16E9C52D-5DB9-4B99-AC4A-87D3E1AEC4FB}" destId="{7BC88F87-B31B-4606-9717-61B3B21879DB}" srcOrd="8" destOrd="0" presId="urn:microsoft.com/office/officeart/2005/8/layout/vProcess5"/>
    <dgm:cxn modelId="{6D4564B6-E666-4850-AEE7-824A32BFA480}" type="presParOf" srcId="{16E9C52D-5DB9-4B99-AC4A-87D3E1AEC4FB}" destId="{CE904925-E396-4BEF-91D8-CBD45B9F5146}" srcOrd="9" destOrd="0" presId="urn:microsoft.com/office/officeart/2005/8/layout/vProcess5"/>
    <dgm:cxn modelId="{6FD98B89-EA70-4477-ADAD-F9F016F530CB}" type="presParOf" srcId="{16E9C52D-5DB9-4B99-AC4A-87D3E1AEC4FB}" destId="{53162C5F-9E69-4C2E-A772-6DD564797DE1}" srcOrd="10" destOrd="0" presId="urn:microsoft.com/office/officeart/2005/8/layout/vProcess5"/>
    <dgm:cxn modelId="{97EDAD33-14D8-424D-AB27-7BB492897C6B}" type="presParOf" srcId="{16E9C52D-5DB9-4B99-AC4A-87D3E1AEC4FB}" destId="{9EF25649-499B-46E7-8B89-E67D34C94B3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5C34D6-9166-46AB-B9CD-EBB281236D4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E222BE-229C-4BFC-B397-ED5A8D520682}">
      <dgm:prSet/>
      <dgm:spPr/>
      <dgm:t>
        <a:bodyPr/>
        <a:lstStyle/>
        <a:p>
          <a:r>
            <a:rPr lang="en-US"/>
            <a:t>Tablă = matrice 2D</a:t>
          </a:r>
        </a:p>
      </dgm:t>
    </dgm:pt>
    <dgm:pt modelId="{F1E7AD9A-76C5-42F2-ABEE-501F87C47E79}" type="parTrans" cxnId="{8DC678B7-BAAF-43EA-80E4-E4151642FA1D}">
      <dgm:prSet/>
      <dgm:spPr/>
      <dgm:t>
        <a:bodyPr/>
        <a:lstStyle/>
        <a:p>
          <a:endParaRPr lang="en-US"/>
        </a:p>
      </dgm:t>
    </dgm:pt>
    <dgm:pt modelId="{041A9F79-A539-46A4-B2E7-F3C1CB55EE66}" type="sibTrans" cxnId="{8DC678B7-BAAF-43EA-80E4-E4151642FA1D}">
      <dgm:prSet/>
      <dgm:spPr/>
      <dgm:t>
        <a:bodyPr/>
        <a:lstStyle/>
        <a:p>
          <a:endParaRPr lang="en-US"/>
        </a:p>
      </dgm:t>
    </dgm:pt>
    <dgm:pt modelId="{C7C64B14-EDB7-4D59-8305-EE11063B336E}">
      <dgm:prSet/>
      <dgm:spPr/>
      <dgm:t>
        <a:bodyPr/>
        <a:lstStyle/>
        <a:p>
          <a:r>
            <a:rPr lang="en-US"/>
            <a:t>Fiecare celulă = o bomboană</a:t>
          </a:r>
        </a:p>
      </dgm:t>
    </dgm:pt>
    <dgm:pt modelId="{9B69D935-1040-4255-A318-D8144BE6712F}" type="parTrans" cxnId="{FD41751A-3B04-4DA8-8327-B0E05F3A7D27}">
      <dgm:prSet/>
      <dgm:spPr/>
      <dgm:t>
        <a:bodyPr/>
        <a:lstStyle/>
        <a:p>
          <a:endParaRPr lang="en-US"/>
        </a:p>
      </dgm:t>
    </dgm:pt>
    <dgm:pt modelId="{F5B55DA1-AA57-49D6-9F81-D5285777F9FB}" type="sibTrans" cxnId="{FD41751A-3B04-4DA8-8327-B0E05F3A7D27}">
      <dgm:prSet/>
      <dgm:spPr/>
      <dgm:t>
        <a:bodyPr/>
        <a:lstStyle/>
        <a:p>
          <a:endParaRPr lang="en-US"/>
        </a:p>
      </dgm:t>
    </dgm:pt>
    <dgm:pt modelId="{2CC3061A-BD10-4CDC-87DA-8734D139FD0E}">
      <dgm:prSet/>
      <dgm:spPr/>
      <dgm:t>
        <a:bodyPr/>
        <a:lstStyle/>
        <a:p>
          <a:r>
            <a:rPr lang="en-US"/>
            <a:t>Valorile sunt între 1 și 4</a:t>
          </a:r>
        </a:p>
      </dgm:t>
    </dgm:pt>
    <dgm:pt modelId="{AACDDBAE-C013-4837-B835-83F6DBF69A0A}" type="parTrans" cxnId="{40E3268F-81B6-4CC6-AF73-AB7A971268F3}">
      <dgm:prSet/>
      <dgm:spPr/>
      <dgm:t>
        <a:bodyPr/>
        <a:lstStyle/>
        <a:p>
          <a:endParaRPr lang="en-US"/>
        </a:p>
      </dgm:t>
    </dgm:pt>
    <dgm:pt modelId="{EAAAB49F-D88B-4DD0-80AF-BF14FE0E4614}" type="sibTrans" cxnId="{40E3268F-81B6-4CC6-AF73-AB7A971268F3}">
      <dgm:prSet/>
      <dgm:spPr/>
      <dgm:t>
        <a:bodyPr/>
        <a:lstStyle/>
        <a:p>
          <a:endParaRPr lang="en-US"/>
        </a:p>
      </dgm:t>
    </dgm:pt>
    <dgm:pt modelId="{0F0D1AAA-2194-4EC7-BFDF-D14B0B718AD6}">
      <dgm:prSet/>
      <dgm:spPr/>
      <dgm:t>
        <a:bodyPr/>
        <a:lstStyle/>
        <a:p>
          <a:r>
            <a:rPr lang="en-US"/>
            <a:t>0 înseamnă celulă goală</a:t>
          </a:r>
        </a:p>
      </dgm:t>
    </dgm:pt>
    <dgm:pt modelId="{B100E40A-8D08-4956-87A8-6C08332BA584}" type="parTrans" cxnId="{4F8563F7-395B-4F1A-A3DB-D067B834DBDE}">
      <dgm:prSet/>
      <dgm:spPr/>
      <dgm:t>
        <a:bodyPr/>
        <a:lstStyle/>
        <a:p>
          <a:endParaRPr lang="en-US"/>
        </a:p>
      </dgm:t>
    </dgm:pt>
    <dgm:pt modelId="{07366412-D472-4800-91C4-42DC8A0417A2}" type="sibTrans" cxnId="{4F8563F7-395B-4F1A-A3DB-D067B834DBDE}">
      <dgm:prSet/>
      <dgm:spPr/>
      <dgm:t>
        <a:bodyPr/>
        <a:lstStyle/>
        <a:p>
          <a:endParaRPr lang="en-US"/>
        </a:p>
      </dgm:t>
    </dgm:pt>
    <dgm:pt modelId="{166C1AB8-18B0-46E2-B03D-52A2DE189758}" type="pres">
      <dgm:prSet presAssocID="{865C34D6-9166-46AB-B9CD-EBB281236D4F}" presName="linear" presStyleCnt="0">
        <dgm:presLayoutVars>
          <dgm:animLvl val="lvl"/>
          <dgm:resizeHandles val="exact"/>
        </dgm:presLayoutVars>
      </dgm:prSet>
      <dgm:spPr/>
    </dgm:pt>
    <dgm:pt modelId="{69E74659-5450-410A-92B4-A12911FCA21F}" type="pres">
      <dgm:prSet presAssocID="{B6E222BE-229C-4BFC-B397-ED5A8D52068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AC0B0DE-81BC-4684-87FE-8CDDD2E2CD87}" type="pres">
      <dgm:prSet presAssocID="{041A9F79-A539-46A4-B2E7-F3C1CB55EE66}" presName="spacer" presStyleCnt="0"/>
      <dgm:spPr/>
    </dgm:pt>
    <dgm:pt modelId="{4A2E892F-7F56-47D0-88FA-A100AAF7173E}" type="pres">
      <dgm:prSet presAssocID="{C7C64B14-EDB7-4D59-8305-EE11063B33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E02950B-D3EC-469D-9362-4A509BD8C3F3}" type="pres">
      <dgm:prSet presAssocID="{F5B55DA1-AA57-49D6-9F81-D5285777F9FB}" presName="spacer" presStyleCnt="0"/>
      <dgm:spPr/>
    </dgm:pt>
    <dgm:pt modelId="{0735B5BA-46D1-4C49-8040-CE99F3682906}" type="pres">
      <dgm:prSet presAssocID="{2CC3061A-BD10-4CDC-87DA-8734D139FD0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F8E0C3E-BA80-4049-B749-C23A30C13917}" type="pres">
      <dgm:prSet presAssocID="{EAAAB49F-D88B-4DD0-80AF-BF14FE0E4614}" presName="spacer" presStyleCnt="0"/>
      <dgm:spPr/>
    </dgm:pt>
    <dgm:pt modelId="{30FF2A2A-88F2-4FAD-9B21-3A71E137B295}" type="pres">
      <dgm:prSet presAssocID="{0F0D1AAA-2194-4EC7-BFDF-D14B0B718AD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D41751A-3B04-4DA8-8327-B0E05F3A7D27}" srcId="{865C34D6-9166-46AB-B9CD-EBB281236D4F}" destId="{C7C64B14-EDB7-4D59-8305-EE11063B336E}" srcOrd="1" destOrd="0" parTransId="{9B69D935-1040-4255-A318-D8144BE6712F}" sibTransId="{F5B55DA1-AA57-49D6-9F81-D5285777F9FB}"/>
    <dgm:cxn modelId="{0F625520-0788-4D92-A15D-FBCAABACE10B}" type="presOf" srcId="{B6E222BE-229C-4BFC-B397-ED5A8D520682}" destId="{69E74659-5450-410A-92B4-A12911FCA21F}" srcOrd="0" destOrd="0" presId="urn:microsoft.com/office/officeart/2005/8/layout/vList2"/>
    <dgm:cxn modelId="{7B09FB2C-64A8-4E8A-B736-5DE9FBD8EC66}" type="presOf" srcId="{0F0D1AAA-2194-4EC7-BFDF-D14B0B718AD6}" destId="{30FF2A2A-88F2-4FAD-9B21-3A71E137B295}" srcOrd="0" destOrd="0" presId="urn:microsoft.com/office/officeart/2005/8/layout/vList2"/>
    <dgm:cxn modelId="{9EAD3135-506B-4DEC-B0EF-0C48A986BD9F}" type="presOf" srcId="{C7C64B14-EDB7-4D59-8305-EE11063B336E}" destId="{4A2E892F-7F56-47D0-88FA-A100AAF7173E}" srcOrd="0" destOrd="0" presId="urn:microsoft.com/office/officeart/2005/8/layout/vList2"/>
    <dgm:cxn modelId="{04824440-D90F-4998-8EFE-582EAF923D86}" type="presOf" srcId="{2CC3061A-BD10-4CDC-87DA-8734D139FD0E}" destId="{0735B5BA-46D1-4C49-8040-CE99F3682906}" srcOrd="0" destOrd="0" presId="urn:microsoft.com/office/officeart/2005/8/layout/vList2"/>
    <dgm:cxn modelId="{004AD174-8272-4793-B7A2-F3F41652D4BC}" type="presOf" srcId="{865C34D6-9166-46AB-B9CD-EBB281236D4F}" destId="{166C1AB8-18B0-46E2-B03D-52A2DE189758}" srcOrd="0" destOrd="0" presId="urn:microsoft.com/office/officeart/2005/8/layout/vList2"/>
    <dgm:cxn modelId="{40E3268F-81B6-4CC6-AF73-AB7A971268F3}" srcId="{865C34D6-9166-46AB-B9CD-EBB281236D4F}" destId="{2CC3061A-BD10-4CDC-87DA-8734D139FD0E}" srcOrd="2" destOrd="0" parTransId="{AACDDBAE-C013-4837-B835-83F6DBF69A0A}" sibTransId="{EAAAB49F-D88B-4DD0-80AF-BF14FE0E4614}"/>
    <dgm:cxn modelId="{8DC678B7-BAAF-43EA-80E4-E4151642FA1D}" srcId="{865C34D6-9166-46AB-B9CD-EBB281236D4F}" destId="{B6E222BE-229C-4BFC-B397-ED5A8D520682}" srcOrd="0" destOrd="0" parTransId="{F1E7AD9A-76C5-42F2-ABEE-501F87C47E79}" sibTransId="{041A9F79-A539-46A4-B2E7-F3C1CB55EE66}"/>
    <dgm:cxn modelId="{4F8563F7-395B-4F1A-A3DB-D067B834DBDE}" srcId="{865C34D6-9166-46AB-B9CD-EBB281236D4F}" destId="{0F0D1AAA-2194-4EC7-BFDF-D14B0B718AD6}" srcOrd="3" destOrd="0" parTransId="{B100E40A-8D08-4956-87A8-6C08332BA584}" sibTransId="{07366412-D472-4800-91C4-42DC8A0417A2}"/>
    <dgm:cxn modelId="{EC24F440-5B92-473D-9167-2BD52464C43C}" type="presParOf" srcId="{166C1AB8-18B0-46E2-B03D-52A2DE189758}" destId="{69E74659-5450-410A-92B4-A12911FCA21F}" srcOrd="0" destOrd="0" presId="urn:microsoft.com/office/officeart/2005/8/layout/vList2"/>
    <dgm:cxn modelId="{E3137608-0E7A-4EF5-A5A6-272264C559BE}" type="presParOf" srcId="{166C1AB8-18B0-46E2-B03D-52A2DE189758}" destId="{0AC0B0DE-81BC-4684-87FE-8CDDD2E2CD87}" srcOrd="1" destOrd="0" presId="urn:microsoft.com/office/officeart/2005/8/layout/vList2"/>
    <dgm:cxn modelId="{920E94F5-A2AB-456B-A30B-FA79B0AEEF64}" type="presParOf" srcId="{166C1AB8-18B0-46E2-B03D-52A2DE189758}" destId="{4A2E892F-7F56-47D0-88FA-A100AAF7173E}" srcOrd="2" destOrd="0" presId="urn:microsoft.com/office/officeart/2005/8/layout/vList2"/>
    <dgm:cxn modelId="{B05F927E-C3EC-47A5-AF43-13799D7FA3ED}" type="presParOf" srcId="{166C1AB8-18B0-46E2-B03D-52A2DE189758}" destId="{3E02950B-D3EC-469D-9362-4A509BD8C3F3}" srcOrd="3" destOrd="0" presId="urn:microsoft.com/office/officeart/2005/8/layout/vList2"/>
    <dgm:cxn modelId="{DC15DF33-3D55-4544-A97A-F1F3CE6558B5}" type="presParOf" srcId="{166C1AB8-18B0-46E2-B03D-52A2DE189758}" destId="{0735B5BA-46D1-4C49-8040-CE99F3682906}" srcOrd="4" destOrd="0" presId="urn:microsoft.com/office/officeart/2005/8/layout/vList2"/>
    <dgm:cxn modelId="{98CBD7BD-8F15-48B6-9F90-012B9AD4A5A5}" type="presParOf" srcId="{166C1AB8-18B0-46E2-B03D-52A2DE189758}" destId="{9F8E0C3E-BA80-4049-B749-C23A30C13917}" srcOrd="5" destOrd="0" presId="urn:microsoft.com/office/officeart/2005/8/layout/vList2"/>
    <dgm:cxn modelId="{B0E73CAA-0C0B-4377-955B-00DCBD3AE5BD}" type="presParOf" srcId="{166C1AB8-18B0-46E2-B03D-52A2DE189758}" destId="{30FF2A2A-88F2-4FAD-9B21-3A71E137B2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9D266A-971C-4345-9FD7-2888FAFA0A71}" type="doc">
      <dgm:prSet loTypeId="urn:microsoft.com/office/officeart/2005/8/layout/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127130E-7D85-4DBF-8D76-C918FF6DDC4E}">
      <dgm:prSet/>
      <dgm:spPr/>
      <dgm:t>
        <a:bodyPr/>
        <a:lstStyle/>
        <a:p>
          <a:r>
            <a:rPr lang="en-US"/>
            <a:t>Linie de 3 → 5 puncte</a:t>
          </a:r>
        </a:p>
      </dgm:t>
    </dgm:pt>
    <dgm:pt modelId="{5EE51A36-5F8E-4B19-9F5C-2DDD7F0E30D5}" type="parTrans" cxnId="{AF6F74ED-7F91-4F84-B9FB-6FC362906B11}">
      <dgm:prSet/>
      <dgm:spPr/>
      <dgm:t>
        <a:bodyPr/>
        <a:lstStyle/>
        <a:p>
          <a:endParaRPr lang="en-US"/>
        </a:p>
      </dgm:t>
    </dgm:pt>
    <dgm:pt modelId="{E3F31B89-7059-4F47-AFEB-AE447118E387}" type="sibTrans" cxnId="{AF6F74ED-7F91-4F84-B9FB-6FC362906B11}">
      <dgm:prSet/>
      <dgm:spPr/>
      <dgm:t>
        <a:bodyPr/>
        <a:lstStyle/>
        <a:p>
          <a:endParaRPr lang="en-US"/>
        </a:p>
      </dgm:t>
    </dgm:pt>
    <dgm:pt modelId="{4FFF5DA9-E398-4115-9E1C-F5B8BFECA5FF}">
      <dgm:prSet/>
      <dgm:spPr/>
      <dgm:t>
        <a:bodyPr/>
        <a:lstStyle/>
        <a:p>
          <a:r>
            <a:rPr lang="en-US"/>
            <a:t>Linie de 4 → 10 puncte</a:t>
          </a:r>
        </a:p>
      </dgm:t>
    </dgm:pt>
    <dgm:pt modelId="{EC4FFAEB-C173-46E8-B6A1-041E07895B14}" type="parTrans" cxnId="{86F25B50-449C-41FF-93C5-91F630A58C2B}">
      <dgm:prSet/>
      <dgm:spPr/>
      <dgm:t>
        <a:bodyPr/>
        <a:lstStyle/>
        <a:p>
          <a:endParaRPr lang="en-US"/>
        </a:p>
      </dgm:t>
    </dgm:pt>
    <dgm:pt modelId="{2CAAF987-4178-466F-8923-E0076F544990}" type="sibTrans" cxnId="{86F25B50-449C-41FF-93C5-91F630A58C2B}">
      <dgm:prSet/>
      <dgm:spPr/>
      <dgm:t>
        <a:bodyPr/>
        <a:lstStyle/>
        <a:p>
          <a:endParaRPr lang="en-US"/>
        </a:p>
      </dgm:t>
    </dgm:pt>
    <dgm:pt modelId="{73CAFF68-642F-498D-9EB4-DBEE9F9BC34C}">
      <dgm:prSet/>
      <dgm:spPr/>
      <dgm:t>
        <a:bodyPr/>
        <a:lstStyle/>
        <a:p>
          <a:r>
            <a:rPr lang="en-US"/>
            <a:t>Linie de 5 → 50 puncte</a:t>
          </a:r>
        </a:p>
      </dgm:t>
    </dgm:pt>
    <dgm:pt modelId="{0E422107-13F4-4BA4-96CD-F3588000FE80}" type="parTrans" cxnId="{B8046C87-6919-4BB4-A5B6-DB5B9B1E2F6F}">
      <dgm:prSet/>
      <dgm:spPr/>
      <dgm:t>
        <a:bodyPr/>
        <a:lstStyle/>
        <a:p>
          <a:endParaRPr lang="en-US"/>
        </a:p>
      </dgm:t>
    </dgm:pt>
    <dgm:pt modelId="{7D36D970-6243-4EEA-8C6A-D74147FDC7CA}" type="sibTrans" cxnId="{B8046C87-6919-4BB4-A5B6-DB5B9B1E2F6F}">
      <dgm:prSet/>
      <dgm:spPr/>
      <dgm:t>
        <a:bodyPr/>
        <a:lstStyle/>
        <a:p>
          <a:endParaRPr lang="en-US"/>
        </a:p>
      </dgm:t>
    </dgm:pt>
    <dgm:pt modelId="{17B85F84-0CCA-4DA2-BA9E-07A62DBF9B41}">
      <dgm:prSet/>
      <dgm:spPr/>
      <dgm:t>
        <a:bodyPr/>
        <a:lstStyle/>
        <a:p>
          <a:r>
            <a:rPr lang="en-US"/>
            <a:t>Forme L și T → scor mai mare</a:t>
          </a:r>
        </a:p>
      </dgm:t>
    </dgm:pt>
    <dgm:pt modelId="{15617AEB-D7F2-42DC-93AF-C3A724F52597}" type="parTrans" cxnId="{3C6D8F80-1E5E-40B1-930F-F3C3599AC0B7}">
      <dgm:prSet/>
      <dgm:spPr/>
      <dgm:t>
        <a:bodyPr/>
        <a:lstStyle/>
        <a:p>
          <a:endParaRPr lang="en-US"/>
        </a:p>
      </dgm:t>
    </dgm:pt>
    <dgm:pt modelId="{359E8D44-5E6B-4D7B-96FC-4F4C8B8946B9}" type="sibTrans" cxnId="{3C6D8F80-1E5E-40B1-930F-F3C3599AC0B7}">
      <dgm:prSet/>
      <dgm:spPr/>
      <dgm:t>
        <a:bodyPr/>
        <a:lstStyle/>
        <a:p>
          <a:endParaRPr lang="en-US"/>
        </a:p>
      </dgm:t>
    </dgm:pt>
    <dgm:pt modelId="{D6C5AB18-DAB9-41FF-B086-D05A9E12F060}" type="pres">
      <dgm:prSet presAssocID="{C39D266A-971C-4345-9FD7-2888FAFA0A71}" presName="diagram" presStyleCnt="0">
        <dgm:presLayoutVars>
          <dgm:dir/>
          <dgm:resizeHandles val="exact"/>
        </dgm:presLayoutVars>
      </dgm:prSet>
      <dgm:spPr/>
    </dgm:pt>
    <dgm:pt modelId="{202119ED-3966-4A28-B24D-035EB92F9147}" type="pres">
      <dgm:prSet presAssocID="{A127130E-7D85-4DBF-8D76-C918FF6DDC4E}" presName="node" presStyleLbl="node1" presStyleIdx="0" presStyleCnt="4">
        <dgm:presLayoutVars>
          <dgm:bulletEnabled val="1"/>
        </dgm:presLayoutVars>
      </dgm:prSet>
      <dgm:spPr/>
    </dgm:pt>
    <dgm:pt modelId="{8A6B9879-9AB9-4EE9-9580-C065E7500800}" type="pres">
      <dgm:prSet presAssocID="{E3F31B89-7059-4F47-AFEB-AE447118E387}" presName="sibTrans" presStyleLbl="sibTrans2D1" presStyleIdx="0" presStyleCnt="3"/>
      <dgm:spPr/>
    </dgm:pt>
    <dgm:pt modelId="{3C72A3FD-C067-45F7-B849-40B8498148F9}" type="pres">
      <dgm:prSet presAssocID="{E3F31B89-7059-4F47-AFEB-AE447118E387}" presName="connectorText" presStyleLbl="sibTrans2D1" presStyleIdx="0" presStyleCnt="3"/>
      <dgm:spPr/>
    </dgm:pt>
    <dgm:pt modelId="{71773F3A-B471-4718-BA31-96EE1C3AB982}" type="pres">
      <dgm:prSet presAssocID="{4FFF5DA9-E398-4115-9E1C-F5B8BFECA5FF}" presName="node" presStyleLbl="node1" presStyleIdx="1" presStyleCnt="4">
        <dgm:presLayoutVars>
          <dgm:bulletEnabled val="1"/>
        </dgm:presLayoutVars>
      </dgm:prSet>
      <dgm:spPr/>
    </dgm:pt>
    <dgm:pt modelId="{598C876D-E78D-45FF-A5C2-393D12FCE9EB}" type="pres">
      <dgm:prSet presAssocID="{2CAAF987-4178-466F-8923-E0076F544990}" presName="sibTrans" presStyleLbl="sibTrans2D1" presStyleIdx="1" presStyleCnt="3"/>
      <dgm:spPr/>
    </dgm:pt>
    <dgm:pt modelId="{0DC4BF6D-3C01-4326-96CE-6821AFF89F09}" type="pres">
      <dgm:prSet presAssocID="{2CAAF987-4178-466F-8923-E0076F544990}" presName="connectorText" presStyleLbl="sibTrans2D1" presStyleIdx="1" presStyleCnt="3"/>
      <dgm:spPr/>
    </dgm:pt>
    <dgm:pt modelId="{A505D455-1AF6-4AB1-8E21-E7BFC43B108C}" type="pres">
      <dgm:prSet presAssocID="{73CAFF68-642F-498D-9EB4-DBEE9F9BC34C}" presName="node" presStyleLbl="node1" presStyleIdx="2" presStyleCnt="4">
        <dgm:presLayoutVars>
          <dgm:bulletEnabled val="1"/>
        </dgm:presLayoutVars>
      </dgm:prSet>
      <dgm:spPr/>
    </dgm:pt>
    <dgm:pt modelId="{DA9D72DE-9FAE-4F6C-902C-1370F940287E}" type="pres">
      <dgm:prSet presAssocID="{7D36D970-6243-4EEA-8C6A-D74147FDC7CA}" presName="sibTrans" presStyleLbl="sibTrans2D1" presStyleIdx="2" presStyleCnt="3"/>
      <dgm:spPr/>
    </dgm:pt>
    <dgm:pt modelId="{38049E06-1042-4691-8E8C-27C2EE3817DE}" type="pres">
      <dgm:prSet presAssocID="{7D36D970-6243-4EEA-8C6A-D74147FDC7CA}" presName="connectorText" presStyleLbl="sibTrans2D1" presStyleIdx="2" presStyleCnt="3"/>
      <dgm:spPr/>
    </dgm:pt>
    <dgm:pt modelId="{2384F92B-E9CF-4DAA-87C0-72D8BE7448B8}" type="pres">
      <dgm:prSet presAssocID="{17B85F84-0CCA-4DA2-BA9E-07A62DBF9B41}" presName="node" presStyleLbl="node1" presStyleIdx="3" presStyleCnt="4">
        <dgm:presLayoutVars>
          <dgm:bulletEnabled val="1"/>
        </dgm:presLayoutVars>
      </dgm:prSet>
      <dgm:spPr/>
    </dgm:pt>
  </dgm:ptLst>
  <dgm:cxnLst>
    <dgm:cxn modelId="{0F060406-82F0-4D43-92DD-71EC7B2CAFF6}" type="presOf" srcId="{4FFF5DA9-E398-4115-9E1C-F5B8BFECA5FF}" destId="{71773F3A-B471-4718-BA31-96EE1C3AB982}" srcOrd="0" destOrd="0" presId="urn:microsoft.com/office/officeart/2005/8/layout/process5"/>
    <dgm:cxn modelId="{124FC00E-6364-4BE8-B652-860E6A858DDB}" type="presOf" srcId="{7D36D970-6243-4EEA-8C6A-D74147FDC7CA}" destId="{DA9D72DE-9FAE-4F6C-902C-1370F940287E}" srcOrd="0" destOrd="0" presId="urn:microsoft.com/office/officeart/2005/8/layout/process5"/>
    <dgm:cxn modelId="{752D4A28-9A25-4E5E-B7A8-0E4BA785B9B5}" type="presOf" srcId="{2CAAF987-4178-466F-8923-E0076F544990}" destId="{598C876D-E78D-45FF-A5C2-393D12FCE9EB}" srcOrd="0" destOrd="0" presId="urn:microsoft.com/office/officeart/2005/8/layout/process5"/>
    <dgm:cxn modelId="{CCE2413F-DB11-4C7F-BE85-FF0314209B58}" type="presOf" srcId="{C39D266A-971C-4345-9FD7-2888FAFA0A71}" destId="{D6C5AB18-DAB9-41FF-B086-D05A9E12F060}" srcOrd="0" destOrd="0" presId="urn:microsoft.com/office/officeart/2005/8/layout/process5"/>
    <dgm:cxn modelId="{7FB06D40-24BC-444E-88BC-8EF8C820358C}" type="presOf" srcId="{17B85F84-0CCA-4DA2-BA9E-07A62DBF9B41}" destId="{2384F92B-E9CF-4DAA-87C0-72D8BE7448B8}" srcOrd="0" destOrd="0" presId="urn:microsoft.com/office/officeart/2005/8/layout/process5"/>
    <dgm:cxn modelId="{86F25B50-449C-41FF-93C5-91F630A58C2B}" srcId="{C39D266A-971C-4345-9FD7-2888FAFA0A71}" destId="{4FFF5DA9-E398-4115-9E1C-F5B8BFECA5FF}" srcOrd="1" destOrd="0" parTransId="{EC4FFAEB-C173-46E8-B6A1-041E07895B14}" sibTransId="{2CAAF987-4178-466F-8923-E0076F544990}"/>
    <dgm:cxn modelId="{26F0497E-E4F2-4B2E-A82C-78DCAC85CB9D}" type="presOf" srcId="{73CAFF68-642F-498D-9EB4-DBEE9F9BC34C}" destId="{A505D455-1AF6-4AB1-8E21-E7BFC43B108C}" srcOrd="0" destOrd="0" presId="urn:microsoft.com/office/officeart/2005/8/layout/process5"/>
    <dgm:cxn modelId="{3C6D8F80-1E5E-40B1-930F-F3C3599AC0B7}" srcId="{C39D266A-971C-4345-9FD7-2888FAFA0A71}" destId="{17B85F84-0CCA-4DA2-BA9E-07A62DBF9B41}" srcOrd="3" destOrd="0" parTransId="{15617AEB-D7F2-42DC-93AF-C3A724F52597}" sibTransId="{359E8D44-5E6B-4D7B-96FC-4F4C8B8946B9}"/>
    <dgm:cxn modelId="{54011E82-46A6-4D88-87CB-156272FC9EDB}" type="presOf" srcId="{2CAAF987-4178-466F-8923-E0076F544990}" destId="{0DC4BF6D-3C01-4326-96CE-6821AFF89F09}" srcOrd="1" destOrd="0" presId="urn:microsoft.com/office/officeart/2005/8/layout/process5"/>
    <dgm:cxn modelId="{B8046C87-6919-4BB4-A5B6-DB5B9B1E2F6F}" srcId="{C39D266A-971C-4345-9FD7-2888FAFA0A71}" destId="{73CAFF68-642F-498D-9EB4-DBEE9F9BC34C}" srcOrd="2" destOrd="0" parTransId="{0E422107-13F4-4BA4-96CD-F3588000FE80}" sibTransId="{7D36D970-6243-4EEA-8C6A-D74147FDC7CA}"/>
    <dgm:cxn modelId="{2B426995-9ACB-45DF-A142-6A5539FC3A1A}" type="presOf" srcId="{E3F31B89-7059-4F47-AFEB-AE447118E387}" destId="{8A6B9879-9AB9-4EE9-9580-C065E7500800}" srcOrd="0" destOrd="0" presId="urn:microsoft.com/office/officeart/2005/8/layout/process5"/>
    <dgm:cxn modelId="{405BCAA2-5AA5-4833-808F-BB838018CC2A}" type="presOf" srcId="{A127130E-7D85-4DBF-8D76-C918FF6DDC4E}" destId="{202119ED-3966-4A28-B24D-035EB92F9147}" srcOrd="0" destOrd="0" presId="urn:microsoft.com/office/officeart/2005/8/layout/process5"/>
    <dgm:cxn modelId="{6C596FAB-C8A8-47F0-982D-F1D036608BCD}" type="presOf" srcId="{7D36D970-6243-4EEA-8C6A-D74147FDC7CA}" destId="{38049E06-1042-4691-8E8C-27C2EE3817DE}" srcOrd="1" destOrd="0" presId="urn:microsoft.com/office/officeart/2005/8/layout/process5"/>
    <dgm:cxn modelId="{7DF74DBA-C436-4389-A0DC-F302177E529D}" type="presOf" srcId="{E3F31B89-7059-4F47-AFEB-AE447118E387}" destId="{3C72A3FD-C067-45F7-B849-40B8498148F9}" srcOrd="1" destOrd="0" presId="urn:microsoft.com/office/officeart/2005/8/layout/process5"/>
    <dgm:cxn modelId="{AF6F74ED-7F91-4F84-B9FB-6FC362906B11}" srcId="{C39D266A-971C-4345-9FD7-2888FAFA0A71}" destId="{A127130E-7D85-4DBF-8D76-C918FF6DDC4E}" srcOrd="0" destOrd="0" parTransId="{5EE51A36-5F8E-4B19-9F5C-2DDD7F0E30D5}" sibTransId="{E3F31B89-7059-4F47-AFEB-AE447118E387}"/>
    <dgm:cxn modelId="{36D7B003-D203-4D90-A0D4-55F359658B13}" type="presParOf" srcId="{D6C5AB18-DAB9-41FF-B086-D05A9E12F060}" destId="{202119ED-3966-4A28-B24D-035EB92F9147}" srcOrd="0" destOrd="0" presId="urn:microsoft.com/office/officeart/2005/8/layout/process5"/>
    <dgm:cxn modelId="{193F31EE-58AF-4451-80B7-502157AEA026}" type="presParOf" srcId="{D6C5AB18-DAB9-41FF-B086-D05A9E12F060}" destId="{8A6B9879-9AB9-4EE9-9580-C065E7500800}" srcOrd="1" destOrd="0" presId="urn:microsoft.com/office/officeart/2005/8/layout/process5"/>
    <dgm:cxn modelId="{CD3131FF-163D-458C-990B-51B6D78B5D1C}" type="presParOf" srcId="{8A6B9879-9AB9-4EE9-9580-C065E7500800}" destId="{3C72A3FD-C067-45F7-B849-40B8498148F9}" srcOrd="0" destOrd="0" presId="urn:microsoft.com/office/officeart/2005/8/layout/process5"/>
    <dgm:cxn modelId="{4309F495-C076-4DA8-B7E9-4201148EC89D}" type="presParOf" srcId="{D6C5AB18-DAB9-41FF-B086-D05A9E12F060}" destId="{71773F3A-B471-4718-BA31-96EE1C3AB982}" srcOrd="2" destOrd="0" presId="urn:microsoft.com/office/officeart/2005/8/layout/process5"/>
    <dgm:cxn modelId="{20B7EB13-C92C-4569-9549-C6C923654068}" type="presParOf" srcId="{D6C5AB18-DAB9-41FF-B086-D05A9E12F060}" destId="{598C876D-E78D-45FF-A5C2-393D12FCE9EB}" srcOrd="3" destOrd="0" presId="urn:microsoft.com/office/officeart/2005/8/layout/process5"/>
    <dgm:cxn modelId="{22BB3319-6DD4-4FB8-8688-EBF39E40C695}" type="presParOf" srcId="{598C876D-E78D-45FF-A5C2-393D12FCE9EB}" destId="{0DC4BF6D-3C01-4326-96CE-6821AFF89F09}" srcOrd="0" destOrd="0" presId="urn:microsoft.com/office/officeart/2005/8/layout/process5"/>
    <dgm:cxn modelId="{88C41EFE-39B2-4FF5-854B-FCBADEAB9A81}" type="presParOf" srcId="{D6C5AB18-DAB9-41FF-B086-D05A9E12F060}" destId="{A505D455-1AF6-4AB1-8E21-E7BFC43B108C}" srcOrd="4" destOrd="0" presId="urn:microsoft.com/office/officeart/2005/8/layout/process5"/>
    <dgm:cxn modelId="{8AB4ECDA-96DA-43D5-9E1F-AE6D8B75E66C}" type="presParOf" srcId="{D6C5AB18-DAB9-41FF-B086-D05A9E12F060}" destId="{DA9D72DE-9FAE-4F6C-902C-1370F940287E}" srcOrd="5" destOrd="0" presId="urn:microsoft.com/office/officeart/2005/8/layout/process5"/>
    <dgm:cxn modelId="{71792DDE-C922-406F-84BA-84FBF965990A}" type="presParOf" srcId="{DA9D72DE-9FAE-4F6C-902C-1370F940287E}" destId="{38049E06-1042-4691-8E8C-27C2EE3817DE}" srcOrd="0" destOrd="0" presId="urn:microsoft.com/office/officeart/2005/8/layout/process5"/>
    <dgm:cxn modelId="{247C2310-2B2A-4D80-B35C-6C82B0F2BB92}" type="presParOf" srcId="{D6C5AB18-DAB9-41FF-B086-D05A9E12F060}" destId="{2384F92B-E9CF-4DAA-87C0-72D8BE7448B8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F4D32C-9E1D-415A-AD70-60A020FDDA55}" type="doc">
      <dgm:prSet loTypeId="urn:microsoft.com/office/officeart/2005/8/layout/defaul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200A4D7-06F5-4705-8149-5AD6594DB11B}">
      <dgm:prSet/>
      <dgm:spPr/>
      <dgm:t>
        <a:bodyPr/>
        <a:lstStyle/>
        <a:p>
          <a:r>
            <a:rPr lang="en-US"/>
            <a:t>Celulele eliminate devin 0</a:t>
          </a:r>
        </a:p>
      </dgm:t>
    </dgm:pt>
    <dgm:pt modelId="{37D4F38F-43E1-4ED9-8893-02B53114A684}" type="parTrans" cxnId="{6F5864E7-2F4B-4227-9363-6368500616E8}">
      <dgm:prSet/>
      <dgm:spPr/>
      <dgm:t>
        <a:bodyPr/>
        <a:lstStyle/>
        <a:p>
          <a:endParaRPr lang="en-US"/>
        </a:p>
      </dgm:t>
    </dgm:pt>
    <dgm:pt modelId="{20039EE3-F86A-4A52-90B9-5B72BB128EC5}" type="sibTrans" cxnId="{6F5864E7-2F4B-4227-9363-6368500616E8}">
      <dgm:prSet/>
      <dgm:spPr/>
      <dgm:t>
        <a:bodyPr/>
        <a:lstStyle/>
        <a:p>
          <a:endParaRPr lang="en-US"/>
        </a:p>
      </dgm:t>
    </dgm:pt>
    <dgm:pt modelId="{FD9EC87B-B836-43E4-84DB-E4B7285E2907}">
      <dgm:prSet/>
      <dgm:spPr/>
      <dgm:t>
        <a:bodyPr/>
        <a:lstStyle/>
        <a:p>
          <a:r>
            <a:rPr lang="en-US"/>
            <a:t>Bomboanele de sus cad</a:t>
          </a:r>
        </a:p>
      </dgm:t>
    </dgm:pt>
    <dgm:pt modelId="{D1D71C5E-D0E6-48CA-BE08-74920DB5CE96}" type="parTrans" cxnId="{DF4C89BC-DB80-4982-84F9-B73B9763E714}">
      <dgm:prSet/>
      <dgm:spPr/>
      <dgm:t>
        <a:bodyPr/>
        <a:lstStyle/>
        <a:p>
          <a:endParaRPr lang="en-US"/>
        </a:p>
      </dgm:t>
    </dgm:pt>
    <dgm:pt modelId="{FAE7C695-322E-47BA-BB55-E787DB230372}" type="sibTrans" cxnId="{DF4C89BC-DB80-4982-84F9-B73B9763E714}">
      <dgm:prSet/>
      <dgm:spPr/>
      <dgm:t>
        <a:bodyPr/>
        <a:lstStyle/>
        <a:p>
          <a:endParaRPr lang="en-US"/>
        </a:p>
      </dgm:t>
    </dgm:pt>
    <dgm:pt modelId="{C2A1517A-0DB5-430B-91A7-875E9ADFBE17}">
      <dgm:prSet/>
      <dgm:spPr/>
      <dgm:t>
        <a:bodyPr/>
        <a:lstStyle/>
        <a:p>
          <a:r>
            <a:rPr lang="en-US"/>
            <a:t>Se generează altele noi</a:t>
          </a:r>
        </a:p>
      </dgm:t>
    </dgm:pt>
    <dgm:pt modelId="{1A0A5904-E678-43CF-9A02-807DC9AAE0CA}" type="parTrans" cxnId="{67C53C06-5E67-4C00-A4FB-B933EA7A10FD}">
      <dgm:prSet/>
      <dgm:spPr/>
      <dgm:t>
        <a:bodyPr/>
        <a:lstStyle/>
        <a:p>
          <a:endParaRPr lang="en-US"/>
        </a:p>
      </dgm:t>
    </dgm:pt>
    <dgm:pt modelId="{83A81DCF-FD41-4A42-A1AF-4A5FC39F4162}" type="sibTrans" cxnId="{67C53C06-5E67-4C00-A4FB-B933EA7A10FD}">
      <dgm:prSet/>
      <dgm:spPr/>
      <dgm:t>
        <a:bodyPr/>
        <a:lstStyle/>
        <a:p>
          <a:endParaRPr lang="en-US"/>
        </a:p>
      </dgm:t>
    </dgm:pt>
    <dgm:pt modelId="{4718F7E7-0C87-4856-935C-FCBC601451E5}">
      <dgm:prSet/>
      <dgm:spPr/>
      <dgm:t>
        <a:bodyPr/>
        <a:lstStyle/>
        <a:p>
          <a:r>
            <a:rPr lang="en-US"/>
            <a:t>Simulează gravitația</a:t>
          </a:r>
        </a:p>
      </dgm:t>
    </dgm:pt>
    <dgm:pt modelId="{93FCCAE8-8D95-4BC0-9EBF-C5BE2CA3BD86}" type="parTrans" cxnId="{F59F50F4-3B3F-46ED-8607-B897FD6498F3}">
      <dgm:prSet/>
      <dgm:spPr/>
      <dgm:t>
        <a:bodyPr/>
        <a:lstStyle/>
        <a:p>
          <a:endParaRPr lang="en-US"/>
        </a:p>
      </dgm:t>
    </dgm:pt>
    <dgm:pt modelId="{7FD3D51E-09D3-4593-84A6-C1FFB962C2C9}" type="sibTrans" cxnId="{F59F50F4-3B3F-46ED-8607-B897FD6498F3}">
      <dgm:prSet/>
      <dgm:spPr/>
      <dgm:t>
        <a:bodyPr/>
        <a:lstStyle/>
        <a:p>
          <a:endParaRPr lang="en-US"/>
        </a:p>
      </dgm:t>
    </dgm:pt>
    <dgm:pt modelId="{C7B49296-8510-4F92-A115-7F200AD7C3CB}" type="pres">
      <dgm:prSet presAssocID="{CCF4D32C-9E1D-415A-AD70-60A020FDDA55}" presName="diagram" presStyleCnt="0">
        <dgm:presLayoutVars>
          <dgm:dir/>
          <dgm:resizeHandles val="exact"/>
        </dgm:presLayoutVars>
      </dgm:prSet>
      <dgm:spPr/>
    </dgm:pt>
    <dgm:pt modelId="{9C574E53-9CE5-4BD3-974E-2E9294EB22B9}" type="pres">
      <dgm:prSet presAssocID="{D200A4D7-06F5-4705-8149-5AD6594DB11B}" presName="node" presStyleLbl="node1" presStyleIdx="0" presStyleCnt="4">
        <dgm:presLayoutVars>
          <dgm:bulletEnabled val="1"/>
        </dgm:presLayoutVars>
      </dgm:prSet>
      <dgm:spPr/>
    </dgm:pt>
    <dgm:pt modelId="{8794E803-7958-4EC7-B142-10733F6FE6F8}" type="pres">
      <dgm:prSet presAssocID="{20039EE3-F86A-4A52-90B9-5B72BB128EC5}" presName="sibTrans" presStyleCnt="0"/>
      <dgm:spPr/>
    </dgm:pt>
    <dgm:pt modelId="{07D6ABE5-52BA-4AC3-9954-9AAD5516E0DE}" type="pres">
      <dgm:prSet presAssocID="{FD9EC87B-B836-43E4-84DB-E4B7285E2907}" presName="node" presStyleLbl="node1" presStyleIdx="1" presStyleCnt="4">
        <dgm:presLayoutVars>
          <dgm:bulletEnabled val="1"/>
        </dgm:presLayoutVars>
      </dgm:prSet>
      <dgm:spPr/>
    </dgm:pt>
    <dgm:pt modelId="{EA0E9F35-ABC6-464C-A69B-A204D3472E37}" type="pres">
      <dgm:prSet presAssocID="{FAE7C695-322E-47BA-BB55-E787DB230372}" presName="sibTrans" presStyleCnt="0"/>
      <dgm:spPr/>
    </dgm:pt>
    <dgm:pt modelId="{2F093625-D502-4954-B1C7-49092654C542}" type="pres">
      <dgm:prSet presAssocID="{C2A1517A-0DB5-430B-91A7-875E9ADFBE17}" presName="node" presStyleLbl="node1" presStyleIdx="2" presStyleCnt="4">
        <dgm:presLayoutVars>
          <dgm:bulletEnabled val="1"/>
        </dgm:presLayoutVars>
      </dgm:prSet>
      <dgm:spPr/>
    </dgm:pt>
    <dgm:pt modelId="{32B35745-EC34-43AD-A97E-C6B264545913}" type="pres">
      <dgm:prSet presAssocID="{83A81DCF-FD41-4A42-A1AF-4A5FC39F4162}" presName="sibTrans" presStyleCnt="0"/>
      <dgm:spPr/>
    </dgm:pt>
    <dgm:pt modelId="{767D4C3F-C3F1-481B-9572-601EFB57E0D9}" type="pres">
      <dgm:prSet presAssocID="{4718F7E7-0C87-4856-935C-FCBC601451E5}" presName="node" presStyleLbl="node1" presStyleIdx="3" presStyleCnt="4">
        <dgm:presLayoutVars>
          <dgm:bulletEnabled val="1"/>
        </dgm:presLayoutVars>
      </dgm:prSet>
      <dgm:spPr/>
    </dgm:pt>
  </dgm:ptLst>
  <dgm:cxnLst>
    <dgm:cxn modelId="{67C53C06-5E67-4C00-A4FB-B933EA7A10FD}" srcId="{CCF4D32C-9E1D-415A-AD70-60A020FDDA55}" destId="{C2A1517A-0DB5-430B-91A7-875E9ADFBE17}" srcOrd="2" destOrd="0" parTransId="{1A0A5904-E678-43CF-9A02-807DC9AAE0CA}" sibTransId="{83A81DCF-FD41-4A42-A1AF-4A5FC39F4162}"/>
    <dgm:cxn modelId="{F4471F10-5546-49A4-9A41-280975110D79}" type="presOf" srcId="{FD9EC87B-B836-43E4-84DB-E4B7285E2907}" destId="{07D6ABE5-52BA-4AC3-9954-9AAD5516E0DE}" srcOrd="0" destOrd="0" presId="urn:microsoft.com/office/officeart/2005/8/layout/default"/>
    <dgm:cxn modelId="{E1405C15-588C-4FC3-B11B-5950B6CA97A0}" type="presOf" srcId="{CCF4D32C-9E1D-415A-AD70-60A020FDDA55}" destId="{C7B49296-8510-4F92-A115-7F200AD7C3CB}" srcOrd="0" destOrd="0" presId="urn:microsoft.com/office/officeart/2005/8/layout/default"/>
    <dgm:cxn modelId="{01B11D9C-BB00-4219-B0D8-B299F37AE0DA}" type="presOf" srcId="{C2A1517A-0DB5-430B-91A7-875E9ADFBE17}" destId="{2F093625-D502-4954-B1C7-49092654C542}" srcOrd="0" destOrd="0" presId="urn:microsoft.com/office/officeart/2005/8/layout/default"/>
    <dgm:cxn modelId="{0E899AAE-E27E-4D87-918F-0D6F302D2880}" type="presOf" srcId="{4718F7E7-0C87-4856-935C-FCBC601451E5}" destId="{767D4C3F-C3F1-481B-9572-601EFB57E0D9}" srcOrd="0" destOrd="0" presId="urn:microsoft.com/office/officeart/2005/8/layout/default"/>
    <dgm:cxn modelId="{DF4C89BC-DB80-4982-84F9-B73B9763E714}" srcId="{CCF4D32C-9E1D-415A-AD70-60A020FDDA55}" destId="{FD9EC87B-B836-43E4-84DB-E4B7285E2907}" srcOrd="1" destOrd="0" parTransId="{D1D71C5E-D0E6-48CA-BE08-74920DB5CE96}" sibTransId="{FAE7C695-322E-47BA-BB55-E787DB230372}"/>
    <dgm:cxn modelId="{6F5864E7-2F4B-4227-9363-6368500616E8}" srcId="{CCF4D32C-9E1D-415A-AD70-60A020FDDA55}" destId="{D200A4D7-06F5-4705-8149-5AD6594DB11B}" srcOrd="0" destOrd="0" parTransId="{37D4F38F-43E1-4ED9-8893-02B53114A684}" sibTransId="{20039EE3-F86A-4A52-90B9-5B72BB128EC5}"/>
    <dgm:cxn modelId="{01D630EA-E29F-46B2-BC51-73153193C914}" type="presOf" srcId="{D200A4D7-06F5-4705-8149-5AD6594DB11B}" destId="{9C574E53-9CE5-4BD3-974E-2E9294EB22B9}" srcOrd="0" destOrd="0" presId="urn:microsoft.com/office/officeart/2005/8/layout/default"/>
    <dgm:cxn modelId="{F59F50F4-3B3F-46ED-8607-B897FD6498F3}" srcId="{CCF4D32C-9E1D-415A-AD70-60A020FDDA55}" destId="{4718F7E7-0C87-4856-935C-FCBC601451E5}" srcOrd="3" destOrd="0" parTransId="{93FCCAE8-8D95-4BC0-9EBF-C5BE2CA3BD86}" sibTransId="{7FD3D51E-09D3-4593-84A6-C1FFB962C2C9}"/>
    <dgm:cxn modelId="{9E43002E-97A9-4FA9-B39C-065987A75610}" type="presParOf" srcId="{C7B49296-8510-4F92-A115-7F200AD7C3CB}" destId="{9C574E53-9CE5-4BD3-974E-2E9294EB22B9}" srcOrd="0" destOrd="0" presId="urn:microsoft.com/office/officeart/2005/8/layout/default"/>
    <dgm:cxn modelId="{EA225718-B7A0-4438-BC52-E465A792EB4D}" type="presParOf" srcId="{C7B49296-8510-4F92-A115-7F200AD7C3CB}" destId="{8794E803-7958-4EC7-B142-10733F6FE6F8}" srcOrd="1" destOrd="0" presId="urn:microsoft.com/office/officeart/2005/8/layout/default"/>
    <dgm:cxn modelId="{93BF8233-8418-4EFB-B632-42C622DCF459}" type="presParOf" srcId="{C7B49296-8510-4F92-A115-7F200AD7C3CB}" destId="{07D6ABE5-52BA-4AC3-9954-9AAD5516E0DE}" srcOrd="2" destOrd="0" presId="urn:microsoft.com/office/officeart/2005/8/layout/default"/>
    <dgm:cxn modelId="{EFACB373-AF02-41A2-A041-090E2F0C9A7B}" type="presParOf" srcId="{C7B49296-8510-4F92-A115-7F200AD7C3CB}" destId="{EA0E9F35-ABC6-464C-A69B-A204D3472E37}" srcOrd="3" destOrd="0" presId="urn:microsoft.com/office/officeart/2005/8/layout/default"/>
    <dgm:cxn modelId="{C3EAAA5F-FC89-4A79-9432-8B87E2534592}" type="presParOf" srcId="{C7B49296-8510-4F92-A115-7F200AD7C3CB}" destId="{2F093625-D502-4954-B1C7-49092654C542}" srcOrd="4" destOrd="0" presId="urn:microsoft.com/office/officeart/2005/8/layout/default"/>
    <dgm:cxn modelId="{15213F74-FD37-4B54-94E6-64C9896E2070}" type="presParOf" srcId="{C7B49296-8510-4F92-A115-7F200AD7C3CB}" destId="{32B35745-EC34-43AD-A97E-C6B264545913}" srcOrd="5" destOrd="0" presId="urn:microsoft.com/office/officeart/2005/8/layout/default"/>
    <dgm:cxn modelId="{155DF9F7-A623-4899-AFA5-9A58E8CEACE0}" type="presParOf" srcId="{C7B49296-8510-4F92-A115-7F200AD7C3CB}" destId="{767D4C3F-C3F1-481B-9572-601EFB57E0D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CDD5FD4-A0E8-4283-B707-3F60E9ADBD5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E0E01AB-01E3-4C1A-BC09-13211C4E0051}">
      <dgm:prSet/>
      <dgm:spPr/>
      <dgm:t>
        <a:bodyPr/>
        <a:lstStyle/>
        <a:p>
          <a:r>
            <a:rPr lang="en-US"/>
            <a:t>După o eliminare pot apărea altele</a:t>
          </a:r>
        </a:p>
      </dgm:t>
    </dgm:pt>
    <dgm:pt modelId="{369FA48A-867C-4014-B944-8FD64EDDB922}" type="parTrans" cxnId="{9FABD79C-0F67-4928-A2E3-5A82D863F7FA}">
      <dgm:prSet/>
      <dgm:spPr/>
      <dgm:t>
        <a:bodyPr/>
        <a:lstStyle/>
        <a:p>
          <a:endParaRPr lang="en-US"/>
        </a:p>
      </dgm:t>
    </dgm:pt>
    <dgm:pt modelId="{8F55BE4A-087B-412B-81DF-1D554668C0A0}" type="sibTrans" cxnId="{9FABD79C-0F67-4928-A2E3-5A82D863F7FA}">
      <dgm:prSet/>
      <dgm:spPr/>
      <dgm:t>
        <a:bodyPr/>
        <a:lstStyle/>
        <a:p>
          <a:endParaRPr lang="en-US"/>
        </a:p>
      </dgm:t>
    </dgm:pt>
    <dgm:pt modelId="{B6F55E90-647B-4512-A749-D52619889182}">
      <dgm:prSet/>
      <dgm:spPr/>
      <dgm:t>
        <a:bodyPr/>
        <a:lstStyle/>
        <a:p>
          <a:r>
            <a:rPr lang="en-US"/>
            <a:t>Procesul se repetă automat</a:t>
          </a:r>
        </a:p>
      </dgm:t>
    </dgm:pt>
    <dgm:pt modelId="{477BD1B7-3A35-4660-A830-FAFBD3BD0E81}" type="parTrans" cxnId="{CCBE31B9-935C-4487-8842-A629CDCFE789}">
      <dgm:prSet/>
      <dgm:spPr/>
      <dgm:t>
        <a:bodyPr/>
        <a:lstStyle/>
        <a:p>
          <a:endParaRPr lang="en-US"/>
        </a:p>
      </dgm:t>
    </dgm:pt>
    <dgm:pt modelId="{923E16A5-145A-4337-887A-6564766D46AB}" type="sibTrans" cxnId="{CCBE31B9-935C-4487-8842-A629CDCFE789}">
      <dgm:prSet/>
      <dgm:spPr/>
      <dgm:t>
        <a:bodyPr/>
        <a:lstStyle/>
        <a:p>
          <a:endParaRPr lang="en-US"/>
        </a:p>
      </dgm:t>
    </dgm:pt>
    <dgm:pt modelId="{3541419D-83D5-4303-8902-9A445A5FB4B8}">
      <dgm:prSet/>
      <dgm:spPr/>
      <dgm:t>
        <a:bodyPr/>
        <a:lstStyle/>
        <a:p>
          <a:r>
            <a:rPr lang="en-US"/>
            <a:t>Crește scorul total</a:t>
          </a:r>
        </a:p>
      </dgm:t>
    </dgm:pt>
    <dgm:pt modelId="{30C8BD01-4CC8-484D-9025-1A7A520CCBCB}" type="parTrans" cxnId="{A7640381-8EF7-4820-B838-696798D4D161}">
      <dgm:prSet/>
      <dgm:spPr/>
      <dgm:t>
        <a:bodyPr/>
        <a:lstStyle/>
        <a:p>
          <a:endParaRPr lang="en-US"/>
        </a:p>
      </dgm:t>
    </dgm:pt>
    <dgm:pt modelId="{CC8B9770-66DF-4EF0-8919-85115B6DB87C}" type="sibTrans" cxnId="{A7640381-8EF7-4820-B838-696798D4D161}">
      <dgm:prSet/>
      <dgm:spPr/>
      <dgm:t>
        <a:bodyPr/>
        <a:lstStyle/>
        <a:p>
          <a:endParaRPr lang="en-US"/>
        </a:p>
      </dgm:t>
    </dgm:pt>
    <dgm:pt modelId="{8AD5E898-0E8D-499D-8BCD-5F84E15C9DD4}">
      <dgm:prSet/>
      <dgm:spPr/>
      <dgm:t>
        <a:bodyPr/>
        <a:lstStyle/>
        <a:p>
          <a:r>
            <a:rPr lang="en-US"/>
            <a:t>Face jocul mai realist</a:t>
          </a:r>
        </a:p>
      </dgm:t>
    </dgm:pt>
    <dgm:pt modelId="{8BF8CD08-F446-454E-B6DB-F1FE3563504A}" type="parTrans" cxnId="{9E4B583F-C26B-49AC-9B32-C635831C8865}">
      <dgm:prSet/>
      <dgm:spPr/>
      <dgm:t>
        <a:bodyPr/>
        <a:lstStyle/>
        <a:p>
          <a:endParaRPr lang="en-US"/>
        </a:p>
      </dgm:t>
    </dgm:pt>
    <dgm:pt modelId="{99A142F9-A5D0-4982-B08F-3740277B30C0}" type="sibTrans" cxnId="{9E4B583F-C26B-49AC-9B32-C635831C8865}">
      <dgm:prSet/>
      <dgm:spPr/>
      <dgm:t>
        <a:bodyPr/>
        <a:lstStyle/>
        <a:p>
          <a:endParaRPr lang="en-US"/>
        </a:p>
      </dgm:t>
    </dgm:pt>
    <dgm:pt modelId="{292FFD55-4C38-42AF-A026-6BDCC6D57ADE}" type="pres">
      <dgm:prSet presAssocID="{7CDD5FD4-A0E8-4283-B707-3F60E9ADBD59}" presName="diagram" presStyleCnt="0">
        <dgm:presLayoutVars>
          <dgm:dir/>
          <dgm:resizeHandles val="exact"/>
        </dgm:presLayoutVars>
      </dgm:prSet>
      <dgm:spPr/>
    </dgm:pt>
    <dgm:pt modelId="{9E22B778-13CE-49D1-AD91-5E6675EF5C90}" type="pres">
      <dgm:prSet presAssocID="{7E0E01AB-01E3-4C1A-BC09-13211C4E0051}" presName="node" presStyleLbl="node1" presStyleIdx="0" presStyleCnt="4">
        <dgm:presLayoutVars>
          <dgm:bulletEnabled val="1"/>
        </dgm:presLayoutVars>
      </dgm:prSet>
      <dgm:spPr/>
    </dgm:pt>
    <dgm:pt modelId="{39AEE562-3DB2-4F60-AE84-6693EE9D573E}" type="pres">
      <dgm:prSet presAssocID="{8F55BE4A-087B-412B-81DF-1D554668C0A0}" presName="sibTrans" presStyleLbl="sibTrans2D1" presStyleIdx="0" presStyleCnt="3"/>
      <dgm:spPr/>
    </dgm:pt>
    <dgm:pt modelId="{8A7664C3-2EB9-4F44-8FC3-CF6469F1131D}" type="pres">
      <dgm:prSet presAssocID="{8F55BE4A-087B-412B-81DF-1D554668C0A0}" presName="connectorText" presStyleLbl="sibTrans2D1" presStyleIdx="0" presStyleCnt="3"/>
      <dgm:spPr/>
    </dgm:pt>
    <dgm:pt modelId="{19F9B51D-D34C-40BC-A9F6-0F79935B07C6}" type="pres">
      <dgm:prSet presAssocID="{B6F55E90-647B-4512-A749-D52619889182}" presName="node" presStyleLbl="node1" presStyleIdx="1" presStyleCnt="4">
        <dgm:presLayoutVars>
          <dgm:bulletEnabled val="1"/>
        </dgm:presLayoutVars>
      </dgm:prSet>
      <dgm:spPr/>
    </dgm:pt>
    <dgm:pt modelId="{9364F73E-8C50-4706-942B-7DECD8AA4999}" type="pres">
      <dgm:prSet presAssocID="{923E16A5-145A-4337-887A-6564766D46AB}" presName="sibTrans" presStyleLbl="sibTrans2D1" presStyleIdx="1" presStyleCnt="3"/>
      <dgm:spPr/>
    </dgm:pt>
    <dgm:pt modelId="{377C8272-D2A8-41D7-9B2A-316EF7CA1EC0}" type="pres">
      <dgm:prSet presAssocID="{923E16A5-145A-4337-887A-6564766D46AB}" presName="connectorText" presStyleLbl="sibTrans2D1" presStyleIdx="1" presStyleCnt="3"/>
      <dgm:spPr/>
    </dgm:pt>
    <dgm:pt modelId="{F9B81F3E-9898-452F-ACCC-99D98009AF5C}" type="pres">
      <dgm:prSet presAssocID="{3541419D-83D5-4303-8902-9A445A5FB4B8}" presName="node" presStyleLbl="node1" presStyleIdx="2" presStyleCnt="4">
        <dgm:presLayoutVars>
          <dgm:bulletEnabled val="1"/>
        </dgm:presLayoutVars>
      </dgm:prSet>
      <dgm:spPr/>
    </dgm:pt>
    <dgm:pt modelId="{BE62DD16-3FCB-493B-AA9A-E1703BA231C2}" type="pres">
      <dgm:prSet presAssocID="{CC8B9770-66DF-4EF0-8919-85115B6DB87C}" presName="sibTrans" presStyleLbl="sibTrans2D1" presStyleIdx="2" presStyleCnt="3"/>
      <dgm:spPr/>
    </dgm:pt>
    <dgm:pt modelId="{039F7D8C-73D6-4F25-A388-2D46BAC640FA}" type="pres">
      <dgm:prSet presAssocID="{CC8B9770-66DF-4EF0-8919-85115B6DB87C}" presName="connectorText" presStyleLbl="sibTrans2D1" presStyleIdx="2" presStyleCnt="3"/>
      <dgm:spPr/>
    </dgm:pt>
    <dgm:pt modelId="{7FBBC1C6-B019-4EEA-8FF4-EDF83F577EE0}" type="pres">
      <dgm:prSet presAssocID="{8AD5E898-0E8D-499D-8BCD-5F84E15C9DD4}" presName="node" presStyleLbl="node1" presStyleIdx="3" presStyleCnt="4">
        <dgm:presLayoutVars>
          <dgm:bulletEnabled val="1"/>
        </dgm:presLayoutVars>
      </dgm:prSet>
      <dgm:spPr/>
    </dgm:pt>
  </dgm:ptLst>
  <dgm:cxnLst>
    <dgm:cxn modelId="{84FD651F-806C-4192-84E6-4693991BAB9F}" type="presOf" srcId="{8AD5E898-0E8D-499D-8BCD-5F84E15C9DD4}" destId="{7FBBC1C6-B019-4EEA-8FF4-EDF83F577EE0}" srcOrd="0" destOrd="0" presId="urn:microsoft.com/office/officeart/2005/8/layout/process5"/>
    <dgm:cxn modelId="{B9BA2927-F6E4-47AD-AA94-3C35937DFA61}" type="presOf" srcId="{923E16A5-145A-4337-887A-6564766D46AB}" destId="{377C8272-D2A8-41D7-9B2A-316EF7CA1EC0}" srcOrd="1" destOrd="0" presId="urn:microsoft.com/office/officeart/2005/8/layout/process5"/>
    <dgm:cxn modelId="{9B2ADC30-0D2B-4505-889E-57C77F074396}" type="presOf" srcId="{7E0E01AB-01E3-4C1A-BC09-13211C4E0051}" destId="{9E22B778-13CE-49D1-AD91-5E6675EF5C90}" srcOrd="0" destOrd="0" presId="urn:microsoft.com/office/officeart/2005/8/layout/process5"/>
    <dgm:cxn modelId="{69985338-3385-4A7B-86EA-F43C75F46B54}" type="presOf" srcId="{8F55BE4A-087B-412B-81DF-1D554668C0A0}" destId="{39AEE562-3DB2-4F60-AE84-6693EE9D573E}" srcOrd="0" destOrd="0" presId="urn:microsoft.com/office/officeart/2005/8/layout/process5"/>
    <dgm:cxn modelId="{9E4B583F-C26B-49AC-9B32-C635831C8865}" srcId="{7CDD5FD4-A0E8-4283-B707-3F60E9ADBD59}" destId="{8AD5E898-0E8D-499D-8BCD-5F84E15C9DD4}" srcOrd="3" destOrd="0" parTransId="{8BF8CD08-F446-454E-B6DB-F1FE3563504A}" sibTransId="{99A142F9-A5D0-4982-B08F-3740277B30C0}"/>
    <dgm:cxn modelId="{8AE06953-49AD-4675-AB61-BE9E16094A1C}" type="presOf" srcId="{923E16A5-145A-4337-887A-6564766D46AB}" destId="{9364F73E-8C50-4706-942B-7DECD8AA4999}" srcOrd="0" destOrd="0" presId="urn:microsoft.com/office/officeart/2005/8/layout/process5"/>
    <dgm:cxn modelId="{A7640381-8EF7-4820-B838-696798D4D161}" srcId="{7CDD5FD4-A0E8-4283-B707-3F60E9ADBD59}" destId="{3541419D-83D5-4303-8902-9A445A5FB4B8}" srcOrd="2" destOrd="0" parTransId="{30C8BD01-4CC8-484D-9025-1A7A520CCBCB}" sibTransId="{CC8B9770-66DF-4EF0-8919-85115B6DB87C}"/>
    <dgm:cxn modelId="{ED8BBF8C-2E33-4A48-943A-E06B17AF151D}" type="presOf" srcId="{8F55BE4A-087B-412B-81DF-1D554668C0A0}" destId="{8A7664C3-2EB9-4F44-8FC3-CF6469F1131D}" srcOrd="1" destOrd="0" presId="urn:microsoft.com/office/officeart/2005/8/layout/process5"/>
    <dgm:cxn modelId="{6BE69C90-593D-40C9-A9AD-2BC265AD7295}" type="presOf" srcId="{CC8B9770-66DF-4EF0-8919-85115B6DB87C}" destId="{039F7D8C-73D6-4F25-A388-2D46BAC640FA}" srcOrd="1" destOrd="0" presId="urn:microsoft.com/office/officeart/2005/8/layout/process5"/>
    <dgm:cxn modelId="{9FABD79C-0F67-4928-A2E3-5A82D863F7FA}" srcId="{7CDD5FD4-A0E8-4283-B707-3F60E9ADBD59}" destId="{7E0E01AB-01E3-4C1A-BC09-13211C4E0051}" srcOrd="0" destOrd="0" parTransId="{369FA48A-867C-4014-B944-8FD64EDDB922}" sibTransId="{8F55BE4A-087B-412B-81DF-1D554668C0A0}"/>
    <dgm:cxn modelId="{CCBE31B9-935C-4487-8842-A629CDCFE789}" srcId="{7CDD5FD4-A0E8-4283-B707-3F60E9ADBD59}" destId="{B6F55E90-647B-4512-A749-D52619889182}" srcOrd="1" destOrd="0" parTransId="{477BD1B7-3A35-4660-A830-FAFBD3BD0E81}" sibTransId="{923E16A5-145A-4337-887A-6564766D46AB}"/>
    <dgm:cxn modelId="{ABF70FCA-0B67-4C2D-9390-EA1B039EE2A0}" type="presOf" srcId="{3541419D-83D5-4303-8902-9A445A5FB4B8}" destId="{F9B81F3E-9898-452F-ACCC-99D98009AF5C}" srcOrd="0" destOrd="0" presId="urn:microsoft.com/office/officeart/2005/8/layout/process5"/>
    <dgm:cxn modelId="{EFCCFAEA-B82E-45CD-A44A-6C4839C2F5B6}" type="presOf" srcId="{CC8B9770-66DF-4EF0-8919-85115B6DB87C}" destId="{BE62DD16-3FCB-493B-AA9A-E1703BA231C2}" srcOrd="0" destOrd="0" presId="urn:microsoft.com/office/officeart/2005/8/layout/process5"/>
    <dgm:cxn modelId="{05BB5CEF-2735-424E-B050-27007ABC9E0F}" type="presOf" srcId="{7CDD5FD4-A0E8-4283-B707-3F60E9ADBD59}" destId="{292FFD55-4C38-42AF-A026-6BDCC6D57ADE}" srcOrd="0" destOrd="0" presId="urn:microsoft.com/office/officeart/2005/8/layout/process5"/>
    <dgm:cxn modelId="{20838CF3-712E-4B0E-9A61-2D45472238A3}" type="presOf" srcId="{B6F55E90-647B-4512-A749-D52619889182}" destId="{19F9B51D-D34C-40BC-A9F6-0F79935B07C6}" srcOrd="0" destOrd="0" presId="urn:microsoft.com/office/officeart/2005/8/layout/process5"/>
    <dgm:cxn modelId="{52D93992-AE8B-4B4E-8672-B4E6D269D0BE}" type="presParOf" srcId="{292FFD55-4C38-42AF-A026-6BDCC6D57ADE}" destId="{9E22B778-13CE-49D1-AD91-5E6675EF5C90}" srcOrd="0" destOrd="0" presId="urn:microsoft.com/office/officeart/2005/8/layout/process5"/>
    <dgm:cxn modelId="{3EEF87B8-1203-4E77-8CA4-3A799839305D}" type="presParOf" srcId="{292FFD55-4C38-42AF-A026-6BDCC6D57ADE}" destId="{39AEE562-3DB2-4F60-AE84-6693EE9D573E}" srcOrd="1" destOrd="0" presId="urn:microsoft.com/office/officeart/2005/8/layout/process5"/>
    <dgm:cxn modelId="{85580839-5B7C-4FA1-9A1C-86348E4CF119}" type="presParOf" srcId="{39AEE562-3DB2-4F60-AE84-6693EE9D573E}" destId="{8A7664C3-2EB9-4F44-8FC3-CF6469F1131D}" srcOrd="0" destOrd="0" presId="urn:microsoft.com/office/officeart/2005/8/layout/process5"/>
    <dgm:cxn modelId="{5C554DE1-4DA7-430D-A2F6-7D2266D60C99}" type="presParOf" srcId="{292FFD55-4C38-42AF-A026-6BDCC6D57ADE}" destId="{19F9B51D-D34C-40BC-A9F6-0F79935B07C6}" srcOrd="2" destOrd="0" presId="urn:microsoft.com/office/officeart/2005/8/layout/process5"/>
    <dgm:cxn modelId="{103DA240-3965-468C-8ED4-CD11AD272413}" type="presParOf" srcId="{292FFD55-4C38-42AF-A026-6BDCC6D57ADE}" destId="{9364F73E-8C50-4706-942B-7DECD8AA4999}" srcOrd="3" destOrd="0" presId="urn:microsoft.com/office/officeart/2005/8/layout/process5"/>
    <dgm:cxn modelId="{59F26E6D-B5EE-407F-9664-9C7BB905B34A}" type="presParOf" srcId="{9364F73E-8C50-4706-942B-7DECD8AA4999}" destId="{377C8272-D2A8-41D7-9B2A-316EF7CA1EC0}" srcOrd="0" destOrd="0" presId="urn:microsoft.com/office/officeart/2005/8/layout/process5"/>
    <dgm:cxn modelId="{0B6B4F7C-7DFA-4CD4-97D2-80CDAC10576C}" type="presParOf" srcId="{292FFD55-4C38-42AF-A026-6BDCC6D57ADE}" destId="{F9B81F3E-9898-452F-ACCC-99D98009AF5C}" srcOrd="4" destOrd="0" presId="urn:microsoft.com/office/officeart/2005/8/layout/process5"/>
    <dgm:cxn modelId="{1C6929DC-FF2A-4124-AA86-FD8FF09F3450}" type="presParOf" srcId="{292FFD55-4C38-42AF-A026-6BDCC6D57ADE}" destId="{BE62DD16-3FCB-493B-AA9A-E1703BA231C2}" srcOrd="5" destOrd="0" presId="urn:microsoft.com/office/officeart/2005/8/layout/process5"/>
    <dgm:cxn modelId="{D4BAA591-3F46-49D5-B284-342B55C8F6AA}" type="presParOf" srcId="{BE62DD16-3FCB-493B-AA9A-E1703BA231C2}" destId="{039F7D8C-73D6-4F25-A388-2D46BAC640FA}" srcOrd="0" destOrd="0" presId="urn:microsoft.com/office/officeart/2005/8/layout/process5"/>
    <dgm:cxn modelId="{EA87EE87-C81E-4BEE-BEB2-8F1C8E9FD39C}" type="presParOf" srcId="{292FFD55-4C38-42AF-A026-6BDCC6D57ADE}" destId="{7FBBC1C6-B019-4EEA-8FF4-EDF83F577EE0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CE81027-7398-416E-929A-D995BF51FC8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29A53F-9F67-4228-B7C4-F2DC9249B64B}">
      <dgm:prSet/>
      <dgm:spPr/>
      <dgm:t>
        <a:bodyPr/>
        <a:lstStyle/>
        <a:p>
          <a:r>
            <a:rPr lang="en-US"/>
            <a:t>Sunt testate toate mutările posibile</a:t>
          </a:r>
        </a:p>
      </dgm:t>
    </dgm:pt>
    <dgm:pt modelId="{28F1C9A6-E44B-4A7F-BC05-FCD1CFC9A205}" type="parTrans" cxnId="{8A0F9E5F-8B3B-45A0-A19E-0AC30F5F6BD4}">
      <dgm:prSet/>
      <dgm:spPr/>
      <dgm:t>
        <a:bodyPr/>
        <a:lstStyle/>
        <a:p>
          <a:endParaRPr lang="en-US"/>
        </a:p>
      </dgm:t>
    </dgm:pt>
    <dgm:pt modelId="{7BC261C6-4190-4BB4-9768-9618D09F71FC}" type="sibTrans" cxnId="{8A0F9E5F-8B3B-45A0-A19E-0AC30F5F6BD4}">
      <dgm:prSet/>
      <dgm:spPr/>
      <dgm:t>
        <a:bodyPr/>
        <a:lstStyle/>
        <a:p>
          <a:endParaRPr lang="en-US"/>
        </a:p>
      </dgm:t>
    </dgm:pt>
    <dgm:pt modelId="{DF7FC8E9-2F21-4850-A46D-E21C5E411E38}">
      <dgm:prSet/>
      <dgm:spPr/>
      <dgm:t>
        <a:bodyPr/>
        <a:lstStyle/>
        <a:p>
          <a:r>
            <a:rPr lang="en-US"/>
            <a:t>Se simulează rezultatul fiecărei mutări</a:t>
          </a:r>
        </a:p>
      </dgm:t>
    </dgm:pt>
    <dgm:pt modelId="{26E7AC1F-04D6-48B3-83AF-6C3182FC031F}" type="parTrans" cxnId="{BAA06491-54C1-4C89-B474-2A9984DA2B20}">
      <dgm:prSet/>
      <dgm:spPr/>
      <dgm:t>
        <a:bodyPr/>
        <a:lstStyle/>
        <a:p>
          <a:endParaRPr lang="en-US"/>
        </a:p>
      </dgm:t>
    </dgm:pt>
    <dgm:pt modelId="{EB36C7D4-C21D-4502-9275-9EF9DBADBCFF}" type="sibTrans" cxnId="{BAA06491-54C1-4C89-B474-2A9984DA2B20}">
      <dgm:prSet/>
      <dgm:spPr/>
      <dgm:t>
        <a:bodyPr/>
        <a:lstStyle/>
        <a:p>
          <a:endParaRPr lang="en-US"/>
        </a:p>
      </dgm:t>
    </dgm:pt>
    <dgm:pt modelId="{79063C56-38DC-4D99-8164-608C6922DB95}">
      <dgm:prSet/>
      <dgm:spPr/>
      <dgm:t>
        <a:bodyPr/>
        <a:lstStyle/>
        <a:p>
          <a:r>
            <a:rPr lang="en-US"/>
            <a:t>Se alege mutarea cu scor maxim</a:t>
          </a:r>
        </a:p>
      </dgm:t>
    </dgm:pt>
    <dgm:pt modelId="{CDA4FF8A-4417-43FF-AFC8-0DD56A78ED94}" type="parTrans" cxnId="{B3DB4A2E-E113-4642-874E-E78E8DB75C7C}">
      <dgm:prSet/>
      <dgm:spPr/>
      <dgm:t>
        <a:bodyPr/>
        <a:lstStyle/>
        <a:p>
          <a:endParaRPr lang="en-US"/>
        </a:p>
      </dgm:t>
    </dgm:pt>
    <dgm:pt modelId="{41A36E80-BB72-493F-BDC8-AD42558C1D97}" type="sibTrans" cxnId="{B3DB4A2E-E113-4642-874E-E78E8DB75C7C}">
      <dgm:prSet/>
      <dgm:spPr/>
      <dgm:t>
        <a:bodyPr/>
        <a:lstStyle/>
        <a:p>
          <a:endParaRPr lang="en-US"/>
        </a:p>
      </dgm:t>
    </dgm:pt>
    <dgm:pt modelId="{6E893234-7ECD-4D56-A736-BE38E5F3789A}">
      <dgm:prSet/>
      <dgm:spPr/>
      <dgm:t>
        <a:bodyPr/>
        <a:lstStyle/>
        <a:p>
          <a:r>
            <a:rPr lang="en-US"/>
            <a:t>Jocul nu are input de la utilizator</a:t>
          </a:r>
        </a:p>
      </dgm:t>
    </dgm:pt>
    <dgm:pt modelId="{9FCB5793-63AE-450A-8DD4-F525847ED925}" type="parTrans" cxnId="{AE20D0F7-FAF5-4FF6-9440-49723867643E}">
      <dgm:prSet/>
      <dgm:spPr/>
      <dgm:t>
        <a:bodyPr/>
        <a:lstStyle/>
        <a:p>
          <a:endParaRPr lang="en-US"/>
        </a:p>
      </dgm:t>
    </dgm:pt>
    <dgm:pt modelId="{5F196A73-DCEF-43A4-96E5-D9EF772590E8}" type="sibTrans" cxnId="{AE20D0F7-FAF5-4FF6-9440-49723867643E}">
      <dgm:prSet/>
      <dgm:spPr/>
      <dgm:t>
        <a:bodyPr/>
        <a:lstStyle/>
        <a:p>
          <a:endParaRPr lang="en-US"/>
        </a:p>
      </dgm:t>
    </dgm:pt>
    <dgm:pt modelId="{8780CBDA-55DA-4232-81D0-100DFE3B8AA0}" type="pres">
      <dgm:prSet presAssocID="{3CE81027-7398-416E-929A-D995BF51FC8E}" presName="outerComposite" presStyleCnt="0">
        <dgm:presLayoutVars>
          <dgm:chMax val="5"/>
          <dgm:dir/>
          <dgm:resizeHandles val="exact"/>
        </dgm:presLayoutVars>
      </dgm:prSet>
      <dgm:spPr/>
    </dgm:pt>
    <dgm:pt modelId="{2978FB8F-0132-4236-A349-E0B7B680846A}" type="pres">
      <dgm:prSet presAssocID="{3CE81027-7398-416E-929A-D995BF51FC8E}" presName="dummyMaxCanvas" presStyleCnt="0">
        <dgm:presLayoutVars/>
      </dgm:prSet>
      <dgm:spPr/>
    </dgm:pt>
    <dgm:pt modelId="{C7AE5661-D215-4070-B9F3-E8AC2C2ED91B}" type="pres">
      <dgm:prSet presAssocID="{3CE81027-7398-416E-929A-D995BF51FC8E}" presName="FourNodes_1" presStyleLbl="node1" presStyleIdx="0" presStyleCnt="4">
        <dgm:presLayoutVars>
          <dgm:bulletEnabled val="1"/>
        </dgm:presLayoutVars>
      </dgm:prSet>
      <dgm:spPr/>
    </dgm:pt>
    <dgm:pt modelId="{29A9090B-AFB5-4587-AEA6-D0B87631A4F4}" type="pres">
      <dgm:prSet presAssocID="{3CE81027-7398-416E-929A-D995BF51FC8E}" presName="FourNodes_2" presStyleLbl="node1" presStyleIdx="1" presStyleCnt="4">
        <dgm:presLayoutVars>
          <dgm:bulletEnabled val="1"/>
        </dgm:presLayoutVars>
      </dgm:prSet>
      <dgm:spPr/>
    </dgm:pt>
    <dgm:pt modelId="{8F20900B-DA9C-4DEC-A1CD-79A102F26483}" type="pres">
      <dgm:prSet presAssocID="{3CE81027-7398-416E-929A-D995BF51FC8E}" presName="FourNodes_3" presStyleLbl="node1" presStyleIdx="2" presStyleCnt="4">
        <dgm:presLayoutVars>
          <dgm:bulletEnabled val="1"/>
        </dgm:presLayoutVars>
      </dgm:prSet>
      <dgm:spPr/>
    </dgm:pt>
    <dgm:pt modelId="{73FF3877-A852-4CA2-9204-B85F22A59ECE}" type="pres">
      <dgm:prSet presAssocID="{3CE81027-7398-416E-929A-D995BF51FC8E}" presName="FourNodes_4" presStyleLbl="node1" presStyleIdx="3" presStyleCnt="4">
        <dgm:presLayoutVars>
          <dgm:bulletEnabled val="1"/>
        </dgm:presLayoutVars>
      </dgm:prSet>
      <dgm:spPr/>
    </dgm:pt>
    <dgm:pt modelId="{ED9B2763-7270-4C66-A285-7D1993E93296}" type="pres">
      <dgm:prSet presAssocID="{3CE81027-7398-416E-929A-D995BF51FC8E}" presName="FourConn_1-2" presStyleLbl="fgAccFollowNode1" presStyleIdx="0" presStyleCnt="3">
        <dgm:presLayoutVars>
          <dgm:bulletEnabled val="1"/>
        </dgm:presLayoutVars>
      </dgm:prSet>
      <dgm:spPr/>
    </dgm:pt>
    <dgm:pt modelId="{8CD8EBF0-B342-49A8-B1A3-8A2180879BC0}" type="pres">
      <dgm:prSet presAssocID="{3CE81027-7398-416E-929A-D995BF51FC8E}" presName="FourConn_2-3" presStyleLbl="fgAccFollowNode1" presStyleIdx="1" presStyleCnt="3">
        <dgm:presLayoutVars>
          <dgm:bulletEnabled val="1"/>
        </dgm:presLayoutVars>
      </dgm:prSet>
      <dgm:spPr/>
    </dgm:pt>
    <dgm:pt modelId="{6CB5EB98-2D4F-4409-8D82-E66214C048C0}" type="pres">
      <dgm:prSet presAssocID="{3CE81027-7398-416E-929A-D995BF51FC8E}" presName="FourConn_3-4" presStyleLbl="fgAccFollowNode1" presStyleIdx="2" presStyleCnt="3">
        <dgm:presLayoutVars>
          <dgm:bulletEnabled val="1"/>
        </dgm:presLayoutVars>
      </dgm:prSet>
      <dgm:spPr/>
    </dgm:pt>
    <dgm:pt modelId="{C21DC695-4756-46C6-8526-072A8ABC145E}" type="pres">
      <dgm:prSet presAssocID="{3CE81027-7398-416E-929A-D995BF51FC8E}" presName="FourNodes_1_text" presStyleLbl="node1" presStyleIdx="3" presStyleCnt="4">
        <dgm:presLayoutVars>
          <dgm:bulletEnabled val="1"/>
        </dgm:presLayoutVars>
      </dgm:prSet>
      <dgm:spPr/>
    </dgm:pt>
    <dgm:pt modelId="{507C53A2-050A-4991-AF5B-FA20AE2F1769}" type="pres">
      <dgm:prSet presAssocID="{3CE81027-7398-416E-929A-D995BF51FC8E}" presName="FourNodes_2_text" presStyleLbl="node1" presStyleIdx="3" presStyleCnt="4">
        <dgm:presLayoutVars>
          <dgm:bulletEnabled val="1"/>
        </dgm:presLayoutVars>
      </dgm:prSet>
      <dgm:spPr/>
    </dgm:pt>
    <dgm:pt modelId="{E5D239EE-C04B-49DA-AE30-D25F31A281E9}" type="pres">
      <dgm:prSet presAssocID="{3CE81027-7398-416E-929A-D995BF51FC8E}" presName="FourNodes_3_text" presStyleLbl="node1" presStyleIdx="3" presStyleCnt="4">
        <dgm:presLayoutVars>
          <dgm:bulletEnabled val="1"/>
        </dgm:presLayoutVars>
      </dgm:prSet>
      <dgm:spPr/>
    </dgm:pt>
    <dgm:pt modelId="{8882EA0F-BCA3-4A53-82F8-6E49E6733B1D}" type="pres">
      <dgm:prSet presAssocID="{3CE81027-7398-416E-929A-D995BF51FC8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DF5BC03-7350-475A-81EE-9E66A3F221B4}" type="presOf" srcId="{5529A53F-9F67-4228-B7C4-F2DC9249B64B}" destId="{C7AE5661-D215-4070-B9F3-E8AC2C2ED91B}" srcOrd="0" destOrd="0" presId="urn:microsoft.com/office/officeart/2005/8/layout/vProcess5"/>
    <dgm:cxn modelId="{549D0F29-0C2B-4CE9-B500-B30DC55286AF}" type="presOf" srcId="{7BC261C6-4190-4BB4-9768-9618D09F71FC}" destId="{ED9B2763-7270-4C66-A285-7D1993E93296}" srcOrd="0" destOrd="0" presId="urn:microsoft.com/office/officeart/2005/8/layout/vProcess5"/>
    <dgm:cxn modelId="{B3DB4A2E-E113-4642-874E-E78E8DB75C7C}" srcId="{3CE81027-7398-416E-929A-D995BF51FC8E}" destId="{79063C56-38DC-4D99-8164-608C6922DB95}" srcOrd="2" destOrd="0" parTransId="{CDA4FF8A-4417-43FF-AFC8-0DD56A78ED94}" sibTransId="{41A36E80-BB72-493F-BDC8-AD42558C1D97}"/>
    <dgm:cxn modelId="{8A0F9E5F-8B3B-45A0-A19E-0AC30F5F6BD4}" srcId="{3CE81027-7398-416E-929A-D995BF51FC8E}" destId="{5529A53F-9F67-4228-B7C4-F2DC9249B64B}" srcOrd="0" destOrd="0" parTransId="{28F1C9A6-E44B-4A7F-BC05-FCD1CFC9A205}" sibTransId="{7BC261C6-4190-4BB4-9768-9618D09F71FC}"/>
    <dgm:cxn modelId="{34D3E24C-C116-4E9C-A467-BDFCD4BBFD49}" type="presOf" srcId="{DF7FC8E9-2F21-4850-A46D-E21C5E411E38}" destId="{507C53A2-050A-4991-AF5B-FA20AE2F1769}" srcOrd="1" destOrd="0" presId="urn:microsoft.com/office/officeart/2005/8/layout/vProcess5"/>
    <dgm:cxn modelId="{972D3253-3FD6-4D5C-AFC3-5DB404CB047A}" type="presOf" srcId="{EB36C7D4-C21D-4502-9275-9EF9DBADBCFF}" destId="{8CD8EBF0-B342-49A8-B1A3-8A2180879BC0}" srcOrd="0" destOrd="0" presId="urn:microsoft.com/office/officeart/2005/8/layout/vProcess5"/>
    <dgm:cxn modelId="{ADE22677-AD05-4621-9978-771710256C7B}" type="presOf" srcId="{DF7FC8E9-2F21-4850-A46D-E21C5E411E38}" destId="{29A9090B-AFB5-4587-AEA6-D0B87631A4F4}" srcOrd="0" destOrd="0" presId="urn:microsoft.com/office/officeart/2005/8/layout/vProcess5"/>
    <dgm:cxn modelId="{BAA06491-54C1-4C89-B474-2A9984DA2B20}" srcId="{3CE81027-7398-416E-929A-D995BF51FC8E}" destId="{DF7FC8E9-2F21-4850-A46D-E21C5E411E38}" srcOrd="1" destOrd="0" parTransId="{26E7AC1F-04D6-48B3-83AF-6C3182FC031F}" sibTransId="{EB36C7D4-C21D-4502-9275-9EF9DBADBCFF}"/>
    <dgm:cxn modelId="{747624A5-7404-46A4-BAAA-727ADD4765C4}" type="presOf" srcId="{6E893234-7ECD-4D56-A736-BE38E5F3789A}" destId="{73FF3877-A852-4CA2-9204-B85F22A59ECE}" srcOrd="0" destOrd="0" presId="urn:microsoft.com/office/officeart/2005/8/layout/vProcess5"/>
    <dgm:cxn modelId="{10F784A9-A101-4BD2-BF3D-2389D6FA22DC}" type="presOf" srcId="{79063C56-38DC-4D99-8164-608C6922DB95}" destId="{E5D239EE-C04B-49DA-AE30-D25F31A281E9}" srcOrd="1" destOrd="0" presId="urn:microsoft.com/office/officeart/2005/8/layout/vProcess5"/>
    <dgm:cxn modelId="{7DD14ABE-1365-4B7E-B08B-8DFE33BF401D}" type="presOf" srcId="{3CE81027-7398-416E-929A-D995BF51FC8E}" destId="{8780CBDA-55DA-4232-81D0-100DFE3B8AA0}" srcOrd="0" destOrd="0" presId="urn:microsoft.com/office/officeart/2005/8/layout/vProcess5"/>
    <dgm:cxn modelId="{A84BB1C2-B8C9-4089-A23F-130E538C7392}" type="presOf" srcId="{79063C56-38DC-4D99-8164-608C6922DB95}" destId="{8F20900B-DA9C-4DEC-A1CD-79A102F26483}" srcOrd="0" destOrd="0" presId="urn:microsoft.com/office/officeart/2005/8/layout/vProcess5"/>
    <dgm:cxn modelId="{1712B0C7-0474-4C7F-B9B5-A1FED97A0B41}" type="presOf" srcId="{5529A53F-9F67-4228-B7C4-F2DC9249B64B}" destId="{C21DC695-4756-46C6-8526-072A8ABC145E}" srcOrd="1" destOrd="0" presId="urn:microsoft.com/office/officeart/2005/8/layout/vProcess5"/>
    <dgm:cxn modelId="{A646F8EA-00C6-4E32-A5BF-0AE087F484DC}" type="presOf" srcId="{6E893234-7ECD-4D56-A736-BE38E5F3789A}" destId="{8882EA0F-BCA3-4A53-82F8-6E49E6733B1D}" srcOrd="1" destOrd="0" presId="urn:microsoft.com/office/officeart/2005/8/layout/vProcess5"/>
    <dgm:cxn modelId="{6A9D5DF2-F587-4446-8809-025074FC27CA}" type="presOf" srcId="{41A36E80-BB72-493F-BDC8-AD42558C1D97}" destId="{6CB5EB98-2D4F-4409-8D82-E66214C048C0}" srcOrd="0" destOrd="0" presId="urn:microsoft.com/office/officeart/2005/8/layout/vProcess5"/>
    <dgm:cxn modelId="{AE20D0F7-FAF5-4FF6-9440-49723867643E}" srcId="{3CE81027-7398-416E-929A-D995BF51FC8E}" destId="{6E893234-7ECD-4D56-A736-BE38E5F3789A}" srcOrd="3" destOrd="0" parTransId="{9FCB5793-63AE-450A-8DD4-F525847ED925}" sibTransId="{5F196A73-DCEF-43A4-96E5-D9EF772590E8}"/>
    <dgm:cxn modelId="{7E38DDF7-0E39-4603-ABC6-B91F0D871BFC}" type="presParOf" srcId="{8780CBDA-55DA-4232-81D0-100DFE3B8AA0}" destId="{2978FB8F-0132-4236-A349-E0B7B680846A}" srcOrd="0" destOrd="0" presId="urn:microsoft.com/office/officeart/2005/8/layout/vProcess5"/>
    <dgm:cxn modelId="{0E25A92D-3ECB-4CC7-98F2-0D52BAA88A75}" type="presParOf" srcId="{8780CBDA-55DA-4232-81D0-100DFE3B8AA0}" destId="{C7AE5661-D215-4070-B9F3-E8AC2C2ED91B}" srcOrd="1" destOrd="0" presId="urn:microsoft.com/office/officeart/2005/8/layout/vProcess5"/>
    <dgm:cxn modelId="{87A6816F-62F5-4333-A6F5-8C50185FA6B5}" type="presParOf" srcId="{8780CBDA-55DA-4232-81D0-100DFE3B8AA0}" destId="{29A9090B-AFB5-4587-AEA6-D0B87631A4F4}" srcOrd="2" destOrd="0" presId="urn:microsoft.com/office/officeart/2005/8/layout/vProcess5"/>
    <dgm:cxn modelId="{36C71DA0-C70D-4B45-9C46-E442D7D787D5}" type="presParOf" srcId="{8780CBDA-55DA-4232-81D0-100DFE3B8AA0}" destId="{8F20900B-DA9C-4DEC-A1CD-79A102F26483}" srcOrd="3" destOrd="0" presId="urn:microsoft.com/office/officeart/2005/8/layout/vProcess5"/>
    <dgm:cxn modelId="{E0957F27-ABEB-4F6C-8D42-AF291725BA9F}" type="presParOf" srcId="{8780CBDA-55DA-4232-81D0-100DFE3B8AA0}" destId="{73FF3877-A852-4CA2-9204-B85F22A59ECE}" srcOrd="4" destOrd="0" presId="urn:microsoft.com/office/officeart/2005/8/layout/vProcess5"/>
    <dgm:cxn modelId="{A1B17BCE-7F95-441E-86A4-87CBE69DA841}" type="presParOf" srcId="{8780CBDA-55DA-4232-81D0-100DFE3B8AA0}" destId="{ED9B2763-7270-4C66-A285-7D1993E93296}" srcOrd="5" destOrd="0" presId="urn:microsoft.com/office/officeart/2005/8/layout/vProcess5"/>
    <dgm:cxn modelId="{E0B58569-1CC5-47C2-8EAD-93BB7770FCD7}" type="presParOf" srcId="{8780CBDA-55DA-4232-81D0-100DFE3B8AA0}" destId="{8CD8EBF0-B342-49A8-B1A3-8A2180879BC0}" srcOrd="6" destOrd="0" presId="urn:microsoft.com/office/officeart/2005/8/layout/vProcess5"/>
    <dgm:cxn modelId="{2A312B91-ECEA-4566-9925-08176AE2A2CB}" type="presParOf" srcId="{8780CBDA-55DA-4232-81D0-100DFE3B8AA0}" destId="{6CB5EB98-2D4F-4409-8D82-E66214C048C0}" srcOrd="7" destOrd="0" presId="urn:microsoft.com/office/officeart/2005/8/layout/vProcess5"/>
    <dgm:cxn modelId="{D819DFA6-FA2D-4A1A-A671-28693DE23EE7}" type="presParOf" srcId="{8780CBDA-55DA-4232-81D0-100DFE3B8AA0}" destId="{C21DC695-4756-46C6-8526-072A8ABC145E}" srcOrd="8" destOrd="0" presId="urn:microsoft.com/office/officeart/2005/8/layout/vProcess5"/>
    <dgm:cxn modelId="{40298419-CB5A-458A-BCFF-43020D8BEE29}" type="presParOf" srcId="{8780CBDA-55DA-4232-81D0-100DFE3B8AA0}" destId="{507C53A2-050A-4991-AF5B-FA20AE2F1769}" srcOrd="9" destOrd="0" presId="urn:microsoft.com/office/officeart/2005/8/layout/vProcess5"/>
    <dgm:cxn modelId="{448226C7-FD08-43E9-9C34-DE806051AB62}" type="presParOf" srcId="{8780CBDA-55DA-4232-81D0-100DFE3B8AA0}" destId="{E5D239EE-C04B-49DA-AE30-D25F31A281E9}" srcOrd="10" destOrd="0" presId="urn:microsoft.com/office/officeart/2005/8/layout/vProcess5"/>
    <dgm:cxn modelId="{28B76557-26FA-4816-8BB0-C6B434AF29ED}" type="presParOf" srcId="{8780CBDA-55DA-4232-81D0-100DFE3B8AA0}" destId="{8882EA0F-BCA3-4A53-82F8-6E49E6733B1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FD4645E-41BF-42AB-A557-BD9A14572088}" type="doc">
      <dgm:prSet loTypeId="urn:microsoft.com/office/officeart/2005/8/layout/matrix3" loCatId="matrix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AA642E-E052-4CA5-A6BF-976A82039FD1}">
      <dgm:prSet/>
      <dgm:spPr/>
      <dgm:t>
        <a:bodyPr/>
        <a:lstStyle/>
        <a:p>
          <a:r>
            <a:rPr lang="en-US"/>
            <a:t>Fiecare bomboană este colorată</a:t>
          </a:r>
        </a:p>
      </dgm:t>
    </dgm:pt>
    <dgm:pt modelId="{C147EA05-D8C2-41D7-8369-D3B2AD5ED02B}" type="parTrans" cxnId="{97C9126B-716C-4FF6-9C51-19C337651DB6}">
      <dgm:prSet/>
      <dgm:spPr/>
      <dgm:t>
        <a:bodyPr/>
        <a:lstStyle/>
        <a:p>
          <a:endParaRPr lang="en-US"/>
        </a:p>
      </dgm:t>
    </dgm:pt>
    <dgm:pt modelId="{D527F711-A8D0-482B-8EC1-5ACA27287E11}" type="sibTrans" cxnId="{97C9126B-716C-4FF6-9C51-19C337651DB6}">
      <dgm:prSet/>
      <dgm:spPr/>
      <dgm:t>
        <a:bodyPr/>
        <a:lstStyle/>
        <a:p>
          <a:endParaRPr lang="en-US"/>
        </a:p>
      </dgm:t>
    </dgm:pt>
    <dgm:pt modelId="{1A105B08-749F-4495-A279-5C4690FA2F57}">
      <dgm:prSet/>
      <dgm:spPr/>
      <dgm:t>
        <a:bodyPr/>
        <a:lstStyle/>
        <a:p>
          <a:r>
            <a:rPr lang="en-US"/>
            <a:t>Canvas pentru desenare</a:t>
          </a:r>
        </a:p>
      </dgm:t>
    </dgm:pt>
    <dgm:pt modelId="{452BBECD-978C-4201-9660-A8DD751B4901}" type="parTrans" cxnId="{61672784-7E2A-47E1-8EB6-2CE4F690E8E3}">
      <dgm:prSet/>
      <dgm:spPr/>
      <dgm:t>
        <a:bodyPr/>
        <a:lstStyle/>
        <a:p>
          <a:endParaRPr lang="en-US"/>
        </a:p>
      </dgm:t>
    </dgm:pt>
    <dgm:pt modelId="{40C074B9-0F9F-469C-BD92-492229DA5090}" type="sibTrans" cxnId="{61672784-7E2A-47E1-8EB6-2CE4F690E8E3}">
      <dgm:prSet/>
      <dgm:spPr/>
      <dgm:t>
        <a:bodyPr/>
        <a:lstStyle/>
        <a:p>
          <a:endParaRPr lang="en-US"/>
        </a:p>
      </dgm:t>
    </dgm:pt>
    <dgm:pt modelId="{0D10E3C3-BCAE-41FA-8CEB-297B29F9F4B7}">
      <dgm:prSet/>
      <dgm:spPr/>
      <dgm:t>
        <a:bodyPr/>
        <a:lstStyle/>
        <a:p>
          <a:r>
            <a:rPr lang="en-US"/>
            <a:t>Highlight pentru mutări</a:t>
          </a:r>
        </a:p>
      </dgm:t>
    </dgm:pt>
    <dgm:pt modelId="{E960E542-EE5B-4FDD-9FF6-D9A916A931B5}" type="parTrans" cxnId="{1C41D556-FC62-4874-B271-7CE607CB085B}">
      <dgm:prSet/>
      <dgm:spPr/>
      <dgm:t>
        <a:bodyPr/>
        <a:lstStyle/>
        <a:p>
          <a:endParaRPr lang="en-US"/>
        </a:p>
      </dgm:t>
    </dgm:pt>
    <dgm:pt modelId="{0DDAA730-A4AC-4A27-AEAA-AF5D34648E8D}" type="sibTrans" cxnId="{1C41D556-FC62-4874-B271-7CE607CB085B}">
      <dgm:prSet/>
      <dgm:spPr/>
      <dgm:t>
        <a:bodyPr/>
        <a:lstStyle/>
        <a:p>
          <a:endParaRPr lang="en-US"/>
        </a:p>
      </dgm:t>
    </dgm:pt>
    <dgm:pt modelId="{9898E81A-029E-4142-ABF7-0CAB00A597AF}">
      <dgm:prSet/>
      <dgm:spPr/>
      <dgm:t>
        <a:bodyPr/>
        <a:lstStyle/>
        <a:p>
          <a:r>
            <a:rPr lang="en-US"/>
            <a:t>Highlight pentru eliminări</a:t>
          </a:r>
        </a:p>
      </dgm:t>
    </dgm:pt>
    <dgm:pt modelId="{5C42FBA4-D526-4047-855E-7CD89460DDB4}" type="parTrans" cxnId="{664F451D-9F5E-4A72-85E2-8866DC63579B}">
      <dgm:prSet/>
      <dgm:spPr/>
      <dgm:t>
        <a:bodyPr/>
        <a:lstStyle/>
        <a:p>
          <a:endParaRPr lang="en-US"/>
        </a:p>
      </dgm:t>
    </dgm:pt>
    <dgm:pt modelId="{804BEE1A-5927-42BB-A981-923BCA9EB935}" type="sibTrans" cxnId="{664F451D-9F5E-4A72-85E2-8866DC63579B}">
      <dgm:prSet/>
      <dgm:spPr/>
      <dgm:t>
        <a:bodyPr/>
        <a:lstStyle/>
        <a:p>
          <a:endParaRPr lang="en-US"/>
        </a:p>
      </dgm:t>
    </dgm:pt>
    <dgm:pt modelId="{25C8A050-8A83-4836-97B0-51F3BC9452A9}" type="pres">
      <dgm:prSet presAssocID="{EFD4645E-41BF-42AB-A557-BD9A14572088}" presName="matrix" presStyleCnt="0">
        <dgm:presLayoutVars>
          <dgm:chMax val="1"/>
          <dgm:dir/>
          <dgm:resizeHandles val="exact"/>
        </dgm:presLayoutVars>
      </dgm:prSet>
      <dgm:spPr/>
    </dgm:pt>
    <dgm:pt modelId="{21E0837A-75A6-432C-861C-430BFCA3D3E4}" type="pres">
      <dgm:prSet presAssocID="{EFD4645E-41BF-42AB-A557-BD9A14572088}" presName="diamond" presStyleLbl="bgShp" presStyleIdx="0" presStyleCnt="1"/>
      <dgm:spPr/>
    </dgm:pt>
    <dgm:pt modelId="{C673D6BB-0F8A-42AA-BD2C-899BAC2AE3BE}" type="pres">
      <dgm:prSet presAssocID="{EFD4645E-41BF-42AB-A557-BD9A1457208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1481881-2AAA-451E-A456-29576EB71E23}" type="pres">
      <dgm:prSet presAssocID="{EFD4645E-41BF-42AB-A557-BD9A1457208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845D351-5EBF-4CE6-AC24-959133070DF1}" type="pres">
      <dgm:prSet presAssocID="{EFD4645E-41BF-42AB-A557-BD9A1457208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02E9156-042B-4CAB-BC29-36FD015EC626}" type="pres">
      <dgm:prSet presAssocID="{EFD4645E-41BF-42AB-A557-BD9A1457208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64F451D-9F5E-4A72-85E2-8866DC63579B}" srcId="{EFD4645E-41BF-42AB-A557-BD9A14572088}" destId="{9898E81A-029E-4142-ABF7-0CAB00A597AF}" srcOrd="3" destOrd="0" parTransId="{5C42FBA4-D526-4047-855E-7CD89460DDB4}" sibTransId="{804BEE1A-5927-42BB-A981-923BCA9EB935}"/>
    <dgm:cxn modelId="{F20FC328-ECD1-4465-B883-42336961D687}" type="presOf" srcId="{0D10E3C3-BCAE-41FA-8CEB-297B29F9F4B7}" destId="{5845D351-5EBF-4CE6-AC24-959133070DF1}" srcOrd="0" destOrd="0" presId="urn:microsoft.com/office/officeart/2005/8/layout/matrix3"/>
    <dgm:cxn modelId="{F972A347-30C3-47EE-9842-7BEFFC1279C5}" type="presOf" srcId="{9898E81A-029E-4142-ABF7-0CAB00A597AF}" destId="{102E9156-042B-4CAB-BC29-36FD015EC626}" srcOrd="0" destOrd="0" presId="urn:microsoft.com/office/officeart/2005/8/layout/matrix3"/>
    <dgm:cxn modelId="{97C9126B-716C-4FF6-9C51-19C337651DB6}" srcId="{EFD4645E-41BF-42AB-A557-BD9A14572088}" destId="{80AA642E-E052-4CA5-A6BF-976A82039FD1}" srcOrd="0" destOrd="0" parTransId="{C147EA05-D8C2-41D7-8369-D3B2AD5ED02B}" sibTransId="{D527F711-A8D0-482B-8EC1-5ACA27287E11}"/>
    <dgm:cxn modelId="{1C41D556-FC62-4874-B271-7CE607CB085B}" srcId="{EFD4645E-41BF-42AB-A557-BD9A14572088}" destId="{0D10E3C3-BCAE-41FA-8CEB-297B29F9F4B7}" srcOrd="2" destOrd="0" parTransId="{E960E542-EE5B-4FDD-9FF6-D9A916A931B5}" sibTransId="{0DDAA730-A4AC-4A27-AEAA-AF5D34648E8D}"/>
    <dgm:cxn modelId="{61672784-7E2A-47E1-8EB6-2CE4F690E8E3}" srcId="{EFD4645E-41BF-42AB-A557-BD9A14572088}" destId="{1A105B08-749F-4495-A279-5C4690FA2F57}" srcOrd="1" destOrd="0" parTransId="{452BBECD-978C-4201-9660-A8DD751B4901}" sibTransId="{40C074B9-0F9F-469C-BD92-492229DA5090}"/>
    <dgm:cxn modelId="{6ECE958F-30D2-45BE-AFC2-13FC87D5C25E}" type="presOf" srcId="{1A105B08-749F-4495-A279-5C4690FA2F57}" destId="{71481881-2AAA-451E-A456-29576EB71E23}" srcOrd="0" destOrd="0" presId="urn:microsoft.com/office/officeart/2005/8/layout/matrix3"/>
    <dgm:cxn modelId="{39702EBD-B896-40C0-99AE-5D8DBB0481A3}" type="presOf" srcId="{80AA642E-E052-4CA5-A6BF-976A82039FD1}" destId="{C673D6BB-0F8A-42AA-BD2C-899BAC2AE3BE}" srcOrd="0" destOrd="0" presId="urn:microsoft.com/office/officeart/2005/8/layout/matrix3"/>
    <dgm:cxn modelId="{E458D9EE-D2A1-4F8B-ACAA-A6EC5FD30C74}" type="presOf" srcId="{EFD4645E-41BF-42AB-A557-BD9A14572088}" destId="{25C8A050-8A83-4836-97B0-51F3BC9452A9}" srcOrd="0" destOrd="0" presId="urn:microsoft.com/office/officeart/2005/8/layout/matrix3"/>
    <dgm:cxn modelId="{16AA20E1-B991-4AF9-9240-48D9A2DBF7EB}" type="presParOf" srcId="{25C8A050-8A83-4836-97B0-51F3BC9452A9}" destId="{21E0837A-75A6-432C-861C-430BFCA3D3E4}" srcOrd="0" destOrd="0" presId="urn:microsoft.com/office/officeart/2005/8/layout/matrix3"/>
    <dgm:cxn modelId="{0833881F-F623-4B1E-B559-6F7BAEA55C7C}" type="presParOf" srcId="{25C8A050-8A83-4836-97B0-51F3BC9452A9}" destId="{C673D6BB-0F8A-42AA-BD2C-899BAC2AE3BE}" srcOrd="1" destOrd="0" presId="urn:microsoft.com/office/officeart/2005/8/layout/matrix3"/>
    <dgm:cxn modelId="{63341A20-60E0-4426-85B0-39D27343CB33}" type="presParOf" srcId="{25C8A050-8A83-4836-97B0-51F3BC9452A9}" destId="{71481881-2AAA-451E-A456-29576EB71E23}" srcOrd="2" destOrd="0" presId="urn:microsoft.com/office/officeart/2005/8/layout/matrix3"/>
    <dgm:cxn modelId="{C474E0A0-03E3-42A9-AA1E-1924DC60AD7F}" type="presParOf" srcId="{25C8A050-8A83-4836-97B0-51F3BC9452A9}" destId="{5845D351-5EBF-4CE6-AC24-959133070DF1}" srcOrd="3" destOrd="0" presId="urn:microsoft.com/office/officeart/2005/8/layout/matrix3"/>
    <dgm:cxn modelId="{BFD1E01C-D43E-4DA0-91A6-EBABE091806B}" type="presParOf" srcId="{25C8A050-8A83-4836-97B0-51F3BC9452A9}" destId="{102E9156-042B-4CAB-BC29-36FD015EC62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7F20D4C-5C14-4EDA-AF6D-4308B4898C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41445C-8D99-4824-BADC-CBC0E2ADD036}">
      <dgm:prSet/>
      <dgm:spPr/>
      <dgm:t>
        <a:bodyPr/>
        <a:lstStyle/>
        <a:p>
          <a:r>
            <a:rPr lang="en-US"/>
            <a:t>Buton Play / Stop</a:t>
          </a:r>
        </a:p>
      </dgm:t>
    </dgm:pt>
    <dgm:pt modelId="{5A73C69B-57A7-4FD2-9919-27595EC17F26}" type="parTrans" cxnId="{3D7C3C95-868C-42A9-9563-74527BE0CA41}">
      <dgm:prSet/>
      <dgm:spPr/>
      <dgm:t>
        <a:bodyPr/>
        <a:lstStyle/>
        <a:p>
          <a:endParaRPr lang="en-US"/>
        </a:p>
      </dgm:t>
    </dgm:pt>
    <dgm:pt modelId="{6AC2EC51-96F9-4E9A-B4C5-8A51C470BD5A}" type="sibTrans" cxnId="{3D7C3C95-868C-42A9-9563-74527BE0CA41}">
      <dgm:prSet/>
      <dgm:spPr/>
      <dgm:t>
        <a:bodyPr/>
        <a:lstStyle/>
        <a:p>
          <a:endParaRPr lang="en-US"/>
        </a:p>
      </dgm:t>
    </dgm:pt>
    <dgm:pt modelId="{282C1A3D-FF5E-4B74-91C6-EE3F478EC3F7}">
      <dgm:prSet/>
      <dgm:spPr/>
      <dgm:t>
        <a:bodyPr/>
        <a:lstStyle/>
        <a:p>
          <a:r>
            <a:rPr lang="en-US"/>
            <a:t>Viteză reglabilă</a:t>
          </a:r>
        </a:p>
      </dgm:t>
    </dgm:pt>
    <dgm:pt modelId="{C8F2BCC2-C743-44C2-A2AE-358C5C317185}" type="parTrans" cxnId="{1EB50CB3-355F-4EB6-A084-5E06BC66576E}">
      <dgm:prSet/>
      <dgm:spPr/>
      <dgm:t>
        <a:bodyPr/>
        <a:lstStyle/>
        <a:p>
          <a:endParaRPr lang="en-US"/>
        </a:p>
      </dgm:t>
    </dgm:pt>
    <dgm:pt modelId="{823C5150-BAC8-49C3-89C5-451892D7DB81}" type="sibTrans" cxnId="{1EB50CB3-355F-4EB6-A084-5E06BC66576E}">
      <dgm:prSet/>
      <dgm:spPr/>
      <dgm:t>
        <a:bodyPr/>
        <a:lstStyle/>
        <a:p>
          <a:endParaRPr lang="en-US"/>
        </a:p>
      </dgm:t>
    </dgm:pt>
    <dgm:pt modelId="{335771BA-5128-46E1-ABB6-00A865BE2F84}">
      <dgm:prSet/>
      <dgm:spPr/>
      <dgm:t>
        <a:bodyPr/>
        <a:lstStyle/>
        <a:p>
          <a:r>
            <a:rPr lang="en-US"/>
            <a:t>Afișare scor</a:t>
          </a:r>
        </a:p>
      </dgm:t>
    </dgm:pt>
    <dgm:pt modelId="{C317201B-5586-4837-B658-50D1ADAE774F}" type="parTrans" cxnId="{32F7059F-67EB-4341-941F-EC158BA3AB34}">
      <dgm:prSet/>
      <dgm:spPr/>
      <dgm:t>
        <a:bodyPr/>
        <a:lstStyle/>
        <a:p>
          <a:endParaRPr lang="en-US"/>
        </a:p>
      </dgm:t>
    </dgm:pt>
    <dgm:pt modelId="{677FCE92-F7B2-4913-883A-4D5492236970}" type="sibTrans" cxnId="{32F7059F-67EB-4341-941F-EC158BA3AB34}">
      <dgm:prSet/>
      <dgm:spPr/>
      <dgm:t>
        <a:bodyPr/>
        <a:lstStyle/>
        <a:p>
          <a:endParaRPr lang="en-US"/>
        </a:p>
      </dgm:t>
    </dgm:pt>
    <dgm:pt modelId="{A5872E5A-DE1B-4AEF-8DE3-8D733A1DBB97}">
      <dgm:prSet/>
      <dgm:spPr/>
      <dgm:t>
        <a:bodyPr/>
        <a:lstStyle/>
        <a:p>
          <a:r>
            <a:rPr lang="en-US"/>
            <a:t>Afișare număr de mutări</a:t>
          </a:r>
        </a:p>
      </dgm:t>
    </dgm:pt>
    <dgm:pt modelId="{C79560C5-E161-4CBE-8208-C5D96698C314}" type="parTrans" cxnId="{5996C2E1-C1F0-476C-A5CC-827DF75ADCA8}">
      <dgm:prSet/>
      <dgm:spPr/>
      <dgm:t>
        <a:bodyPr/>
        <a:lstStyle/>
        <a:p>
          <a:endParaRPr lang="en-US"/>
        </a:p>
      </dgm:t>
    </dgm:pt>
    <dgm:pt modelId="{AE30097F-B295-478D-86DB-79E5AF80A235}" type="sibTrans" cxnId="{5996C2E1-C1F0-476C-A5CC-827DF75ADCA8}">
      <dgm:prSet/>
      <dgm:spPr/>
      <dgm:t>
        <a:bodyPr/>
        <a:lstStyle/>
        <a:p>
          <a:endParaRPr lang="en-US"/>
        </a:p>
      </dgm:t>
    </dgm:pt>
    <dgm:pt modelId="{5FBF305D-16E4-438D-8C63-FF7E69818D70}" type="pres">
      <dgm:prSet presAssocID="{57F20D4C-5C14-4EDA-AF6D-4308B4898C75}" presName="linear" presStyleCnt="0">
        <dgm:presLayoutVars>
          <dgm:animLvl val="lvl"/>
          <dgm:resizeHandles val="exact"/>
        </dgm:presLayoutVars>
      </dgm:prSet>
      <dgm:spPr/>
    </dgm:pt>
    <dgm:pt modelId="{5057890F-D08F-4A8D-98E4-892F18A531A4}" type="pres">
      <dgm:prSet presAssocID="{B541445C-8D99-4824-BADC-CBC0E2ADD0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45CA000-5B97-4DE3-BD65-1639DF37DA5C}" type="pres">
      <dgm:prSet presAssocID="{6AC2EC51-96F9-4E9A-B4C5-8A51C470BD5A}" presName="spacer" presStyleCnt="0"/>
      <dgm:spPr/>
    </dgm:pt>
    <dgm:pt modelId="{A7A08C96-0F3A-4C4A-9B6A-B47780406EA4}" type="pres">
      <dgm:prSet presAssocID="{282C1A3D-FF5E-4B74-91C6-EE3F478EC3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D23533-1A76-424C-A7E1-6F9B3E33E371}" type="pres">
      <dgm:prSet presAssocID="{823C5150-BAC8-49C3-89C5-451892D7DB81}" presName="spacer" presStyleCnt="0"/>
      <dgm:spPr/>
    </dgm:pt>
    <dgm:pt modelId="{C774AFB3-BF5E-4077-87C6-EBA7B16905F9}" type="pres">
      <dgm:prSet presAssocID="{335771BA-5128-46E1-ABB6-00A865BE2F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FCC6FC0-0C5E-452B-91B1-5100750C574E}" type="pres">
      <dgm:prSet presAssocID="{677FCE92-F7B2-4913-883A-4D5492236970}" presName="spacer" presStyleCnt="0"/>
      <dgm:spPr/>
    </dgm:pt>
    <dgm:pt modelId="{26F97083-D572-4F5B-9F45-25A0067343CB}" type="pres">
      <dgm:prSet presAssocID="{A5872E5A-DE1B-4AEF-8DE3-8D733A1DBB9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1E3A204-9758-4B86-BCF1-F5ABD5D7CA40}" type="presOf" srcId="{335771BA-5128-46E1-ABB6-00A865BE2F84}" destId="{C774AFB3-BF5E-4077-87C6-EBA7B16905F9}" srcOrd="0" destOrd="0" presId="urn:microsoft.com/office/officeart/2005/8/layout/vList2"/>
    <dgm:cxn modelId="{9246F739-0BE8-4549-8B5C-33755473C953}" type="presOf" srcId="{B541445C-8D99-4824-BADC-CBC0E2ADD036}" destId="{5057890F-D08F-4A8D-98E4-892F18A531A4}" srcOrd="0" destOrd="0" presId="urn:microsoft.com/office/officeart/2005/8/layout/vList2"/>
    <dgm:cxn modelId="{546AC27D-3B95-4D68-8B2F-1480FBD280C7}" type="presOf" srcId="{57F20D4C-5C14-4EDA-AF6D-4308B4898C75}" destId="{5FBF305D-16E4-438D-8C63-FF7E69818D70}" srcOrd="0" destOrd="0" presId="urn:microsoft.com/office/officeart/2005/8/layout/vList2"/>
    <dgm:cxn modelId="{157EA185-6053-4133-BF7A-8C2CD5761BF1}" type="presOf" srcId="{282C1A3D-FF5E-4B74-91C6-EE3F478EC3F7}" destId="{A7A08C96-0F3A-4C4A-9B6A-B47780406EA4}" srcOrd="0" destOrd="0" presId="urn:microsoft.com/office/officeart/2005/8/layout/vList2"/>
    <dgm:cxn modelId="{3D7C3C95-868C-42A9-9563-74527BE0CA41}" srcId="{57F20D4C-5C14-4EDA-AF6D-4308B4898C75}" destId="{B541445C-8D99-4824-BADC-CBC0E2ADD036}" srcOrd="0" destOrd="0" parTransId="{5A73C69B-57A7-4FD2-9919-27595EC17F26}" sibTransId="{6AC2EC51-96F9-4E9A-B4C5-8A51C470BD5A}"/>
    <dgm:cxn modelId="{32F7059F-67EB-4341-941F-EC158BA3AB34}" srcId="{57F20D4C-5C14-4EDA-AF6D-4308B4898C75}" destId="{335771BA-5128-46E1-ABB6-00A865BE2F84}" srcOrd="2" destOrd="0" parTransId="{C317201B-5586-4837-B658-50D1ADAE774F}" sibTransId="{677FCE92-F7B2-4913-883A-4D5492236970}"/>
    <dgm:cxn modelId="{1EB50CB3-355F-4EB6-A084-5E06BC66576E}" srcId="{57F20D4C-5C14-4EDA-AF6D-4308B4898C75}" destId="{282C1A3D-FF5E-4B74-91C6-EE3F478EC3F7}" srcOrd="1" destOrd="0" parTransId="{C8F2BCC2-C743-44C2-A2AE-358C5C317185}" sibTransId="{823C5150-BAC8-49C3-89C5-451892D7DB81}"/>
    <dgm:cxn modelId="{D48E05E1-9F7C-44FB-8240-9F03602ABCBE}" type="presOf" srcId="{A5872E5A-DE1B-4AEF-8DE3-8D733A1DBB97}" destId="{26F97083-D572-4F5B-9F45-25A0067343CB}" srcOrd="0" destOrd="0" presId="urn:microsoft.com/office/officeart/2005/8/layout/vList2"/>
    <dgm:cxn modelId="{5996C2E1-C1F0-476C-A5CC-827DF75ADCA8}" srcId="{57F20D4C-5C14-4EDA-AF6D-4308B4898C75}" destId="{A5872E5A-DE1B-4AEF-8DE3-8D733A1DBB97}" srcOrd="3" destOrd="0" parTransId="{C79560C5-E161-4CBE-8208-C5D96698C314}" sibTransId="{AE30097F-B295-478D-86DB-79E5AF80A235}"/>
    <dgm:cxn modelId="{067DE78F-F296-4192-8318-347B0D083512}" type="presParOf" srcId="{5FBF305D-16E4-438D-8C63-FF7E69818D70}" destId="{5057890F-D08F-4A8D-98E4-892F18A531A4}" srcOrd="0" destOrd="0" presId="urn:microsoft.com/office/officeart/2005/8/layout/vList2"/>
    <dgm:cxn modelId="{3F4C0C5B-82B0-4C05-9CEF-FA1E73A03737}" type="presParOf" srcId="{5FBF305D-16E4-438D-8C63-FF7E69818D70}" destId="{345CA000-5B97-4DE3-BD65-1639DF37DA5C}" srcOrd="1" destOrd="0" presId="urn:microsoft.com/office/officeart/2005/8/layout/vList2"/>
    <dgm:cxn modelId="{FAE79CA2-686A-4813-9BAE-351127C82E3E}" type="presParOf" srcId="{5FBF305D-16E4-438D-8C63-FF7E69818D70}" destId="{A7A08C96-0F3A-4C4A-9B6A-B47780406EA4}" srcOrd="2" destOrd="0" presId="urn:microsoft.com/office/officeart/2005/8/layout/vList2"/>
    <dgm:cxn modelId="{770E9F27-A601-4910-907E-230E62D4B762}" type="presParOf" srcId="{5FBF305D-16E4-438D-8C63-FF7E69818D70}" destId="{BCD23533-1A76-424C-A7E1-6F9B3E33E371}" srcOrd="3" destOrd="0" presId="urn:microsoft.com/office/officeart/2005/8/layout/vList2"/>
    <dgm:cxn modelId="{1E703CA7-AF28-4155-BD88-56D29D187038}" type="presParOf" srcId="{5FBF305D-16E4-438D-8C63-FF7E69818D70}" destId="{C774AFB3-BF5E-4077-87C6-EBA7B16905F9}" srcOrd="4" destOrd="0" presId="urn:microsoft.com/office/officeart/2005/8/layout/vList2"/>
    <dgm:cxn modelId="{811D40DC-209A-4A62-9959-C8093ADD09E8}" type="presParOf" srcId="{5FBF305D-16E4-438D-8C63-FF7E69818D70}" destId="{CFCC6FC0-0C5E-452B-91B1-5100750C574E}" srcOrd="5" destOrd="0" presId="urn:microsoft.com/office/officeart/2005/8/layout/vList2"/>
    <dgm:cxn modelId="{9EA16474-FBEF-412D-BACB-BB0A9A5C9128}" type="presParOf" srcId="{5FBF305D-16E4-438D-8C63-FF7E69818D70}" destId="{26F97083-D572-4F5B-9F45-25A0067343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F55B790-F3C9-4F3C-AF88-5496B99049C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F781F14-FB16-4D6C-BA1A-0EFA8D9FFEA2}">
      <dgm:prSet/>
      <dgm:spPr/>
      <dgm:t>
        <a:bodyPr/>
        <a:lstStyle/>
        <a:p>
          <a:r>
            <a:rPr lang="en-US"/>
            <a:t>Test automat cu pytest</a:t>
          </a:r>
        </a:p>
      </dgm:t>
    </dgm:pt>
    <dgm:pt modelId="{A3A7EE22-755F-40EF-B590-7B9B5105672F}" type="parTrans" cxnId="{4979FF77-4DC6-4BD8-B852-17B56A2AD941}">
      <dgm:prSet/>
      <dgm:spPr/>
      <dgm:t>
        <a:bodyPr/>
        <a:lstStyle/>
        <a:p>
          <a:endParaRPr lang="en-US"/>
        </a:p>
      </dgm:t>
    </dgm:pt>
    <dgm:pt modelId="{04CA1404-6DB5-4258-A0C5-96022594452F}" type="sibTrans" cxnId="{4979FF77-4DC6-4BD8-B852-17B56A2AD941}">
      <dgm:prSet/>
      <dgm:spPr/>
      <dgm:t>
        <a:bodyPr/>
        <a:lstStyle/>
        <a:p>
          <a:endParaRPr lang="en-US"/>
        </a:p>
      </dgm:t>
    </dgm:pt>
    <dgm:pt modelId="{804C1B92-A49D-464E-B2C4-1FAECD778A96}">
      <dgm:prSet/>
      <dgm:spPr/>
      <dgm:t>
        <a:bodyPr/>
        <a:lstStyle/>
        <a:p>
          <a:r>
            <a:rPr lang="en-US"/>
            <a:t>Verifică detectarea liniilor de 3</a:t>
          </a:r>
        </a:p>
      </dgm:t>
    </dgm:pt>
    <dgm:pt modelId="{F50678AD-D021-44C4-AA4E-BFC1FC6A4EC9}" type="parTrans" cxnId="{000B09DB-F7C3-4EBB-B193-77E572342A60}">
      <dgm:prSet/>
      <dgm:spPr/>
      <dgm:t>
        <a:bodyPr/>
        <a:lstStyle/>
        <a:p>
          <a:endParaRPr lang="en-US"/>
        </a:p>
      </dgm:t>
    </dgm:pt>
    <dgm:pt modelId="{DF68D2DF-7BA6-4C93-BFFE-517C86E08606}" type="sibTrans" cxnId="{000B09DB-F7C3-4EBB-B193-77E572342A60}">
      <dgm:prSet/>
      <dgm:spPr/>
      <dgm:t>
        <a:bodyPr/>
        <a:lstStyle/>
        <a:p>
          <a:endParaRPr lang="en-US"/>
        </a:p>
      </dgm:t>
    </dgm:pt>
    <dgm:pt modelId="{2ABCD28B-650D-4668-8902-AD230ED6E701}">
      <dgm:prSet/>
      <dgm:spPr/>
      <dgm:t>
        <a:bodyPr/>
        <a:lstStyle/>
        <a:p>
          <a:r>
            <a:rPr lang="en-US"/>
            <a:t>Asigură corectitudinea logicii</a:t>
          </a:r>
        </a:p>
      </dgm:t>
    </dgm:pt>
    <dgm:pt modelId="{675A395B-9BF3-4545-9A4D-EB816DC84ACE}" type="parTrans" cxnId="{5E880A7A-F47F-498A-9C40-8F1AB843E936}">
      <dgm:prSet/>
      <dgm:spPr/>
      <dgm:t>
        <a:bodyPr/>
        <a:lstStyle/>
        <a:p>
          <a:endParaRPr lang="en-US"/>
        </a:p>
      </dgm:t>
    </dgm:pt>
    <dgm:pt modelId="{4CDEC12F-89E5-4288-B6E3-1DA39B685141}" type="sibTrans" cxnId="{5E880A7A-F47F-498A-9C40-8F1AB843E936}">
      <dgm:prSet/>
      <dgm:spPr/>
      <dgm:t>
        <a:bodyPr/>
        <a:lstStyle/>
        <a:p>
          <a:endParaRPr lang="en-US"/>
        </a:p>
      </dgm:t>
    </dgm:pt>
    <dgm:pt modelId="{1AE928F3-A82A-4362-B78B-F78021D3BCC3}">
      <dgm:prSet/>
      <dgm:spPr/>
      <dgm:t>
        <a:bodyPr/>
        <a:lstStyle/>
        <a:p>
          <a:r>
            <a:rPr lang="en-US"/>
            <a:t>Ușor de extins cu alte teste</a:t>
          </a:r>
        </a:p>
      </dgm:t>
    </dgm:pt>
    <dgm:pt modelId="{591D13E1-778A-4D85-AADC-46B5D55C3CDD}" type="parTrans" cxnId="{BEE3DF97-8E52-42B9-9EFF-78F32150AB4E}">
      <dgm:prSet/>
      <dgm:spPr/>
      <dgm:t>
        <a:bodyPr/>
        <a:lstStyle/>
        <a:p>
          <a:endParaRPr lang="en-US"/>
        </a:p>
      </dgm:t>
    </dgm:pt>
    <dgm:pt modelId="{491D01E0-DC7A-4A1D-8DEE-63BDC96FB64A}" type="sibTrans" cxnId="{BEE3DF97-8E52-42B9-9EFF-78F32150AB4E}">
      <dgm:prSet/>
      <dgm:spPr/>
      <dgm:t>
        <a:bodyPr/>
        <a:lstStyle/>
        <a:p>
          <a:endParaRPr lang="en-US"/>
        </a:p>
      </dgm:t>
    </dgm:pt>
    <dgm:pt modelId="{8445F90E-ED0D-4877-B07C-C413101A172D}" type="pres">
      <dgm:prSet presAssocID="{EF55B790-F3C9-4F3C-AF88-5496B99049CF}" presName="matrix" presStyleCnt="0">
        <dgm:presLayoutVars>
          <dgm:chMax val="1"/>
          <dgm:dir/>
          <dgm:resizeHandles val="exact"/>
        </dgm:presLayoutVars>
      </dgm:prSet>
      <dgm:spPr/>
    </dgm:pt>
    <dgm:pt modelId="{E59F6AD7-D9A1-4D2C-804E-352ABB4E3B61}" type="pres">
      <dgm:prSet presAssocID="{EF55B790-F3C9-4F3C-AF88-5496B99049CF}" presName="diamond" presStyleLbl="bgShp" presStyleIdx="0" presStyleCnt="1"/>
      <dgm:spPr/>
    </dgm:pt>
    <dgm:pt modelId="{268A0940-3D68-4FC9-A48E-F78E67F61B99}" type="pres">
      <dgm:prSet presAssocID="{EF55B790-F3C9-4F3C-AF88-5496B99049C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C1BAE75-3EC8-4ABE-BFA0-2FD861656E59}" type="pres">
      <dgm:prSet presAssocID="{EF55B790-F3C9-4F3C-AF88-5496B99049C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4B405EB-FB5D-4DC5-A948-1053C70828B2}" type="pres">
      <dgm:prSet presAssocID="{EF55B790-F3C9-4F3C-AF88-5496B99049C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C8C8AC6-3CBE-4FCA-B9F9-87E6F7C176CC}" type="pres">
      <dgm:prSet presAssocID="{EF55B790-F3C9-4F3C-AF88-5496B99049C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7E84514-9F73-4B2A-A031-A6BE6F5A1ED8}" type="presOf" srcId="{804C1B92-A49D-464E-B2C4-1FAECD778A96}" destId="{7C1BAE75-3EC8-4ABE-BFA0-2FD861656E59}" srcOrd="0" destOrd="0" presId="urn:microsoft.com/office/officeart/2005/8/layout/matrix3"/>
    <dgm:cxn modelId="{0CF9A349-CAE9-4A5D-9ACF-172B806E1E3B}" type="presOf" srcId="{1AE928F3-A82A-4362-B78B-F78021D3BCC3}" destId="{BC8C8AC6-3CBE-4FCA-B9F9-87E6F7C176CC}" srcOrd="0" destOrd="0" presId="urn:microsoft.com/office/officeart/2005/8/layout/matrix3"/>
    <dgm:cxn modelId="{B11C6F54-BEB3-4BA4-AC46-A4E9F3BE6CA2}" type="presOf" srcId="{EF55B790-F3C9-4F3C-AF88-5496B99049CF}" destId="{8445F90E-ED0D-4877-B07C-C413101A172D}" srcOrd="0" destOrd="0" presId="urn:microsoft.com/office/officeart/2005/8/layout/matrix3"/>
    <dgm:cxn modelId="{4979FF77-4DC6-4BD8-B852-17B56A2AD941}" srcId="{EF55B790-F3C9-4F3C-AF88-5496B99049CF}" destId="{4F781F14-FB16-4D6C-BA1A-0EFA8D9FFEA2}" srcOrd="0" destOrd="0" parTransId="{A3A7EE22-755F-40EF-B590-7B9B5105672F}" sibTransId="{04CA1404-6DB5-4258-A0C5-96022594452F}"/>
    <dgm:cxn modelId="{5E880A7A-F47F-498A-9C40-8F1AB843E936}" srcId="{EF55B790-F3C9-4F3C-AF88-5496B99049CF}" destId="{2ABCD28B-650D-4668-8902-AD230ED6E701}" srcOrd="2" destOrd="0" parTransId="{675A395B-9BF3-4545-9A4D-EB816DC84ACE}" sibTransId="{4CDEC12F-89E5-4288-B6E3-1DA39B685141}"/>
    <dgm:cxn modelId="{1E55FD5A-C0AB-4240-BEA6-0C2F644134F7}" type="presOf" srcId="{2ABCD28B-650D-4668-8902-AD230ED6E701}" destId="{64B405EB-FB5D-4DC5-A948-1053C70828B2}" srcOrd="0" destOrd="0" presId="urn:microsoft.com/office/officeart/2005/8/layout/matrix3"/>
    <dgm:cxn modelId="{BEE3DF97-8E52-42B9-9EFF-78F32150AB4E}" srcId="{EF55B790-F3C9-4F3C-AF88-5496B99049CF}" destId="{1AE928F3-A82A-4362-B78B-F78021D3BCC3}" srcOrd="3" destOrd="0" parTransId="{591D13E1-778A-4D85-AADC-46B5D55C3CDD}" sibTransId="{491D01E0-DC7A-4A1D-8DEE-63BDC96FB64A}"/>
    <dgm:cxn modelId="{000B09DB-F7C3-4EBB-B193-77E572342A60}" srcId="{EF55B790-F3C9-4F3C-AF88-5496B99049CF}" destId="{804C1B92-A49D-464E-B2C4-1FAECD778A96}" srcOrd="1" destOrd="0" parTransId="{F50678AD-D021-44C4-AA4E-BFC1FC6A4EC9}" sibTransId="{DF68D2DF-7BA6-4C93-BFFE-517C86E08606}"/>
    <dgm:cxn modelId="{70C4F9EC-40FC-4CB0-9F44-3578E4AF85A6}" type="presOf" srcId="{4F781F14-FB16-4D6C-BA1A-0EFA8D9FFEA2}" destId="{268A0940-3D68-4FC9-A48E-F78E67F61B99}" srcOrd="0" destOrd="0" presId="urn:microsoft.com/office/officeart/2005/8/layout/matrix3"/>
    <dgm:cxn modelId="{E244A512-5E86-4E62-9951-B9C4C8913B7C}" type="presParOf" srcId="{8445F90E-ED0D-4877-B07C-C413101A172D}" destId="{E59F6AD7-D9A1-4D2C-804E-352ABB4E3B61}" srcOrd="0" destOrd="0" presId="urn:microsoft.com/office/officeart/2005/8/layout/matrix3"/>
    <dgm:cxn modelId="{03B53335-C50F-4DDE-BCC3-5789F54BF96E}" type="presParOf" srcId="{8445F90E-ED0D-4877-B07C-C413101A172D}" destId="{268A0940-3D68-4FC9-A48E-F78E67F61B99}" srcOrd="1" destOrd="0" presId="urn:microsoft.com/office/officeart/2005/8/layout/matrix3"/>
    <dgm:cxn modelId="{B7B5C1A8-A1F7-48E4-A9C3-F977B5E910F5}" type="presParOf" srcId="{8445F90E-ED0D-4877-B07C-C413101A172D}" destId="{7C1BAE75-3EC8-4ABE-BFA0-2FD861656E59}" srcOrd="2" destOrd="0" presId="urn:microsoft.com/office/officeart/2005/8/layout/matrix3"/>
    <dgm:cxn modelId="{0578F90A-5A1A-4D8A-9FB1-001000AAEA33}" type="presParOf" srcId="{8445F90E-ED0D-4877-B07C-C413101A172D}" destId="{64B405EB-FB5D-4DC5-A948-1053C70828B2}" srcOrd="3" destOrd="0" presId="urn:microsoft.com/office/officeart/2005/8/layout/matrix3"/>
    <dgm:cxn modelId="{3A2AE2CE-DE71-4458-A3D7-3B76B8F6B277}" type="presParOf" srcId="{8445F90E-ED0D-4877-B07C-C413101A172D}" destId="{BC8C8AC6-3CBE-4FCA-B9F9-87E6F7C176C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63F42-D14A-4579-85D9-E25DFFFF62BE}">
      <dsp:nvSpPr>
        <dsp:cNvPr id="0" name=""/>
        <dsp:cNvSpPr/>
      </dsp:nvSpPr>
      <dsp:spPr>
        <a:xfrm>
          <a:off x="606091" y="1286"/>
          <a:ext cx="3120510" cy="187230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Copie simplificată a jocului Candy Crush</a:t>
          </a:r>
        </a:p>
      </dsp:txBody>
      <dsp:txXfrm>
        <a:off x="606091" y="1286"/>
        <a:ext cx="3120510" cy="1872306"/>
      </dsp:txXfrm>
    </dsp:sp>
    <dsp:sp modelId="{3A5F475C-8359-4663-A0F2-9AFED46A863B}">
      <dsp:nvSpPr>
        <dsp:cNvPr id="0" name=""/>
        <dsp:cNvSpPr/>
      </dsp:nvSpPr>
      <dsp:spPr>
        <a:xfrm>
          <a:off x="4038653" y="1286"/>
          <a:ext cx="3120510" cy="187230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Tablă de joc 11x11</a:t>
          </a:r>
        </a:p>
      </dsp:txBody>
      <dsp:txXfrm>
        <a:off x="4038653" y="1286"/>
        <a:ext cx="3120510" cy="1872306"/>
      </dsp:txXfrm>
    </dsp:sp>
    <dsp:sp modelId="{A001E934-01D8-41B0-A496-EF50EBF378BC}">
      <dsp:nvSpPr>
        <dsp:cNvPr id="0" name=""/>
        <dsp:cNvSpPr/>
      </dsp:nvSpPr>
      <dsp:spPr>
        <a:xfrm>
          <a:off x="606091" y="2185644"/>
          <a:ext cx="3120510" cy="187230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Bomboane reprezentate prin numere</a:t>
          </a:r>
        </a:p>
      </dsp:txBody>
      <dsp:txXfrm>
        <a:off x="606091" y="2185644"/>
        <a:ext cx="3120510" cy="1872306"/>
      </dsp:txXfrm>
    </dsp:sp>
    <dsp:sp modelId="{FA4B1909-7A2E-4D07-BF92-9C13C04432E5}">
      <dsp:nvSpPr>
        <dsp:cNvPr id="0" name=""/>
        <dsp:cNvSpPr/>
      </dsp:nvSpPr>
      <dsp:spPr>
        <a:xfrm>
          <a:off x="4038653" y="2185644"/>
          <a:ext cx="3120510" cy="187230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Jocul se joacă automat</a:t>
          </a:r>
        </a:p>
      </dsp:txBody>
      <dsp:txXfrm>
        <a:off x="4038653" y="2185644"/>
        <a:ext cx="3120510" cy="18723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54B76-1160-486F-BA42-194EAAA6953E}">
      <dsp:nvSpPr>
        <dsp:cNvPr id="0" name=""/>
        <dsp:cNvSpPr/>
      </dsp:nvSpPr>
      <dsp:spPr>
        <a:xfrm>
          <a:off x="947" y="1086588"/>
          <a:ext cx="3450382" cy="17251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Tkinter – interfață grafică</a:t>
          </a:r>
        </a:p>
      </dsp:txBody>
      <dsp:txXfrm>
        <a:off x="51476" y="1137117"/>
        <a:ext cx="3349324" cy="1624133"/>
      </dsp:txXfrm>
    </dsp:sp>
    <dsp:sp modelId="{4F886FB1-ADA5-4524-9662-93951CFF9B7D}">
      <dsp:nvSpPr>
        <dsp:cNvPr id="0" name=""/>
        <dsp:cNvSpPr/>
      </dsp:nvSpPr>
      <dsp:spPr>
        <a:xfrm>
          <a:off x="4313925" y="1086588"/>
          <a:ext cx="3450382" cy="17251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pytest – testare automată</a:t>
          </a:r>
        </a:p>
      </dsp:txBody>
      <dsp:txXfrm>
        <a:off x="4364454" y="1137117"/>
        <a:ext cx="3349324" cy="16241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C2AE6-DA88-4BDD-83EC-E897E2725035}">
      <dsp:nvSpPr>
        <dsp:cNvPr id="0" name=""/>
        <dsp:cNvSpPr/>
      </dsp:nvSpPr>
      <dsp:spPr>
        <a:xfrm>
          <a:off x="0" y="0"/>
          <a:ext cx="6212204" cy="893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play_candycrush.py – logica jocului</a:t>
          </a:r>
        </a:p>
      </dsp:txBody>
      <dsp:txXfrm>
        <a:off x="26156" y="26156"/>
        <a:ext cx="5173092" cy="840720"/>
      </dsp:txXfrm>
    </dsp:sp>
    <dsp:sp modelId="{07067B96-70EE-475B-B4A4-E5BBCC5BE942}">
      <dsp:nvSpPr>
        <dsp:cNvPr id="0" name=""/>
        <dsp:cNvSpPr/>
      </dsp:nvSpPr>
      <dsp:spPr>
        <a:xfrm>
          <a:off x="520272" y="1055401"/>
          <a:ext cx="6212204" cy="893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ui_tk.py – interfața grafică</a:t>
          </a:r>
        </a:p>
      </dsp:txBody>
      <dsp:txXfrm>
        <a:off x="546428" y="1081557"/>
        <a:ext cx="5059149" cy="840720"/>
      </dsp:txXfrm>
    </dsp:sp>
    <dsp:sp modelId="{503F3E0A-A662-4E3F-AD32-6D1244239193}">
      <dsp:nvSpPr>
        <dsp:cNvPr id="0" name=""/>
        <dsp:cNvSpPr/>
      </dsp:nvSpPr>
      <dsp:spPr>
        <a:xfrm>
          <a:off x="1032779" y="2110803"/>
          <a:ext cx="6212204" cy="893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test_board.py – testare</a:t>
          </a:r>
        </a:p>
      </dsp:txBody>
      <dsp:txXfrm>
        <a:off x="1058935" y="2136959"/>
        <a:ext cx="5066915" cy="840720"/>
      </dsp:txXfrm>
    </dsp:sp>
    <dsp:sp modelId="{8DDBC66A-8AC1-4118-AE9E-C0CD8444D128}">
      <dsp:nvSpPr>
        <dsp:cNvPr id="0" name=""/>
        <dsp:cNvSpPr/>
      </dsp:nvSpPr>
      <dsp:spPr>
        <a:xfrm>
          <a:off x="1553051" y="3166204"/>
          <a:ext cx="6212204" cy="893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Cod modular și clar</a:t>
          </a:r>
        </a:p>
      </dsp:txBody>
      <dsp:txXfrm>
        <a:off x="1579207" y="3192360"/>
        <a:ext cx="5059149" cy="840720"/>
      </dsp:txXfrm>
    </dsp:sp>
    <dsp:sp modelId="{B403BA79-AC79-4372-BB6E-2E929AF70139}">
      <dsp:nvSpPr>
        <dsp:cNvPr id="0" name=""/>
        <dsp:cNvSpPr/>
      </dsp:nvSpPr>
      <dsp:spPr>
        <a:xfrm>
          <a:off x="5631733" y="683981"/>
          <a:ext cx="580470" cy="5804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762339" y="683981"/>
        <a:ext cx="319258" cy="436804"/>
      </dsp:txXfrm>
    </dsp:sp>
    <dsp:sp modelId="{C46EA1B5-1069-48E4-8FE1-920E4F4705BB}">
      <dsp:nvSpPr>
        <dsp:cNvPr id="0" name=""/>
        <dsp:cNvSpPr/>
      </dsp:nvSpPr>
      <dsp:spPr>
        <a:xfrm>
          <a:off x="6152006" y="1739383"/>
          <a:ext cx="580470" cy="58047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282612" y="1739383"/>
        <a:ext cx="319258" cy="436804"/>
      </dsp:txXfrm>
    </dsp:sp>
    <dsp:sp modelId="{370D6650-B5C6-495F-93FC-110F9101217F}">
      <dsp:nvSpPr>
        <dsp:cNvPr id="0" name=""/>
        <dsp:cNvSpPr/>
      </dsp:nvSpPr>
      <dsp:spPr>
        <a:xfrm>
          <a:off x="6664512" y="2794784"/>
          <a:ext cx="580470" cy="58047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795118" y="2794784"/>
        <a:ext cx="319258" cy="4368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74659-5450-410A-92B4-A12911FCA21F}">
      <dsp:nvSpPr>
        <dsp:cNvPr id="0" name=""/>
        <dsp:cNvSpPr/>
      </dsp:nvSpPr>
      <dsp:spPr>
        <a:xfrm>
          <a:off x="0" y="76630"/>
          <a:ext cx="4699509" cy="11239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Tablă = matrice 2D</a:t>
          </a:r>
        </a:p>
      </dsp:txBody>
      <dsp:txXfrm>
        <a:off x="54866" y="131496"/>
        <a:ext cx="4589777" cy="1014199"/>
      </dsp:txXfrm>
    </dsp:sp>
    <dsp:sp modelId="{4A2E892F-7F56-47D0-88FA-A100AAF7173E}">
      <dsp:nvSpPr>
        <dsp:cNvPr id="0" name=""/>
        <dsp:cNvSpPr/>
      </dsp:nvSpPr>
      <dsp:spPr>
        <a:xfrm>
          <a:off x="0" y="1284082"/>
          <a:ext cx="4699509" cy="1123931"/>
        </a:xfrm>
        <a:prstGeom prst="roundRect">
          <a:avLst/>
        </a:prstGeom>
        <a:gradFill rotWithShape="0">
          <a:gsLst>
            <a:gs pos="0">
              <a:schemeClr val="accent2">
                <a:hueOff val="-425792"/>
                <a:satOff val="1170"/>
                <a:lumOff val="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25792"/>
                <a:satOff val="1170"/>
                <a:lumOff val="78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Fiecare celulă = o bomboană</a:t>
          </a:r>
        </a:p>
      </dsp:txBody>
      <dsp:txXfrm>
        <a:off x="54866" y="1338948"/>
        <a:ext cx="4589777" cy="1014199"/>
      </dsp:txXfrm>
    </dsp:sp>
    <dsp:sp modelId="{0735B5BA-46D1-4C49-8040-CE99F3682906}">
      <dsp:nvSpPr>
        <dsp:cNvPr id="0" name=""/>
        <dsp:cNvSpPr/>
      </dsp:nvSpPr>
      <dsp:spPr>
        <a:xfrm>
          <a:off x="0" y="2491533"/>
          <a:ext cx="4699509" cy="1123931"/>
        </a:xfrm>
        <a:prstGeom prst="roundRect">
          <a:avLst/>
        </a:prstGeom>
        <a:gradFill rotWithShape="0">
          <a:gsLst>
            <a:gs pos="0">
              <a:schemeClr val="accent2">
                <a:hueOff val="-851583"/>
                <a:satOff val="2339"/>
                <a:lumOff val="1568"/>
                <a:alphaOff val="0"/>
                <a:tint val="96000"/>
                <a:lumMod val="104000"/>
              </a:schemeClr>
            </a:gs>
            <a:gs pos="100000">
              <a:schemeClr val="accent2">
                <a:hueOff val="-851583"/>
                <a:satOff val="2339"/>
                <a:lumOff val="1568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Valorile sunt între 1 și 4</a:t>
          </a:r>
        </a:p>
      </dsp:txBody>
      <dsp:txXfrm>
        <a:off x="54866" y="2546399"/>
        <a:ext cx="4589777" cy="1014199"/>
      </dsp:txXfrm>
    </dsp:sp>
    <dsp:sp modelId="{30FF2A2A-88F2-4FAD-9B21-3A71E137B295}">
      <dsp:nvSpPr>
        <dsp:cNvPr id="0" name=""/>
        <dsp:cNvSpPr/>
      </dsp:nvSpPr>
      <dsp:spPr>
        <a:xfrm>
          <a:off x="0" y="3698984"/>
          <a:ext cx="4699509" cy="1123931"/>
        </a:xfrm>
        <a:prstGeom prst="roundRect">
          <a:avLst/>
        </a:prstGeom>
        <a:gradFill rotWithShape="0">
          <a:gsLst>
            <a:gs pos="0">
              <a:schemeClr val="accent2">
                <a:hueOff val="-1277375"/>
                <a:satOff val="3509"/>
                <a:lumOff val="2352"/>
                <a:alphaOff val="0"/>
                <a:tint val="96000"/>
                <a:lumMod val="104000"/>
              </a:schemeClr>
            </a:gs>
            <a:gs pos="100000">
              <a:schemeClr val="accent2">
                <a:hueOff val="-1277375"/>
                <a:satOff val="3509"/>
                <a:lumOff val="2352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0 înseamnă celulă goală</a:t>
          </a:r>
        </a:p>
      </dsp:txBody>
      <dsp:txXfrm>
        <a:off x="54866" y="3753850"/>
        <a:ext cx="4589777" cy="10141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119ED-3966-4A28-B24D-035EB92F9147}">
      <dsp:nvSpPr>
        <dsp:cNvPr id="0" name=""/>
        <dsp:cNvSpPr/>
      </dsp:nvSpPr>
      <dsp:spPr>
        <a:xfrm>
          <a:off x="838708" y="338"/>
          <a:ext cx="2536599" cy="15219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Linie de 3 → 5 puncte</a:t>
          </a:r>
        </a:p>
      </dsp:txBody>
      <dsp:txXfrm>
        <a:off x="883285" y="44915"/>
        <a:ext cx="2447445" cy="1432805"/>
      </dsp:txXfrm>
    </dsp:sp>
    <dsp:sp modelId="{8A6B9879-9AB9-4EE9-9580-C065E7500800}">
      <dsp:nvSpPr>
        <dsp:cNvPr id="0" name=""/>
        <dsp:cNvSpPr/>
      </dsp:nvSpPr>
      <dsp:spPr>
        <a:xfrm>
          <a:off x="3598528" y="446780"/>
          <a:ext cx="537759" cy="6290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598528" y="572595"/>
        <a:ext cx="376431" cy="377446"/>
      </dsp:txXfrm>
    </dsp:sp>
    <dsp:sp modelId="{71773F3A-B471-4718-BA31-96EE1C3AB982}">
      <dsp:nvSpPr>
        <dsp:cNvPr id="0" name=""/>
        <dsp:cNvSpPr/>
      </dsp:nvSpPr>
      <dsp:spPr>
        <a:xfrm>
          <a:off x="4389947" y="338"/>
          <a:ext cx="2536599" cy="15219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Linie de 4 → 10 puncte</a:t>
          </a:r>
        </a:p>
      </dsp:txBody>
      <dsp:txXfrm>
        <a:off x="4434524" y="44915"/>
        <a:ext cx="2447445" cy="1432805"/>
      </dsp:txXfrm>
    </dsp:sp>
    <dsp:sp modelId="{598C876D-E78D-45FF-A5C2-393D12FCE9EB}">
      <dsp:nvSpPr>
        <dsp:cNvPr id="0" name=""/>
        <dsp:cNvSpPr/>
      </dsp:nvSpPr>
      <dsp:spPr>
        <a:xfrm rot="5400000">
          <a:off x="5389368" y="1699860"/>
          <a:ext cx="537759" cy="6290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-5400000">
        <a:off x="5469525" y="1745518"/>
        <a:ext cx="377446" cy="376431"/>
      </dsp:txXfrm>
    </dsp:sp>
    <dsp:sp modelId="{A505D455-1AF6-4AB1-8E21-E7BFC43B108C}">
      <dsp:nvSpPr>
        <dsp:cNvPr id="0" name=""/>
        <dsp:cNvSpPr/>
      </dsp:nvSpPr>
      <dsp:spPr>
        <a:xfrm>
          <a:off x="4389947" y="2536938"/>
          <a:ext cx="2536599" cy="15219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Linie de 5 → 50 puncte</a:t>
          </a:r>
        </a:p>
      </dsp:txBody>
      <dsp:txXfrm>
        <a:off x="4434524" y="2581515"/>
        <a:ext cx="2447445" cy="1432805"/>
      </dsp:txXfrm>
    </dsp:sp>
    <dsp:sp modelId="{DA9D72DE-9FAE-4F6C-902C-1370F940287E}">
      <dsp:nvSpPr>
        <dsp:cNvPr id="0" name=""/>
        <dsp:cNvSpPr/>
      </dsp:nvSpPr>
      <dsp:spPr>
        <a:xfrm rot="10800000">
          <a:off x="3628968" y="2983380"/>
          <a:ext cx="537759" cy="6290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3790296" y="3109195"/>
        <a:ext cx="376431" cy="377446"/>
      </dsp:txXfrm>
    </dsp:sp>
    <dsp:sp modelId="{2384F92B-E9CF-4DAA-87C0-72D8BE7448B8}">
      <dsp:nvSpPr>
        <dsp:cNvPr id="0" name=""/>
        <dsp:cNvSpPr/>
      </dsp:nvSpPr>
      <dsp:spPr>
        <a:xfrm>
          <a:off x="838708" y="2536938"/>
          <a:ext cx="2536599" cy="15219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Forme L și T → scor mai mare</a:t>
          </a:r>
        </a:p>
      </dsp:txBody>
      <dsp:txXfrm>
        <a:off x="883285" y="2581515"/>
        <a:ext cx="2447445" cy="14328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574E53-9CE5-4BD3-974E-2E9294EB22B9}">
      <dsp:nvSpPr>
        <dsp:cNvPr id="0" name=""/>
        <dsp:cNvSpPr/>
      </dsp:nvSpPr>
      <dsp:spPr>
        <a:xfrm>
          <a:off x="606091" y="1286"/>
          <a:ext cx="3120510" cy="187230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Celulele eliminate devin 0</a:t>
          </a:r>
        </a:p>
      </dsp:txBody>
      <dsp:txXfrm>
        <a:off x="606091" y="1286"/>
        <a:ext cx="3120510" cy="1872306"/>
      </dsp:txXfrm>
    </dsp:sp>
    <dsp:sp modelId="{07D6ABE5-52BA-4AC3-9954-9AAD5516E0DE}">
      <dsp:nvSpPr>
        <dsp:cNvPr id="0" name=""/>
        <dsp:cNvSpPr/>
      </dsp:nvSpPr>
      <dsp:spPr>
        <a:xfrm>
          <a:off x="4038653" y="1286"/>
          <a:ext cx="3120510" cy="187230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Bomboanele de sus cad</a:t>
          </a:r>
        </a:p>
      </dsp:txBody>
      <dsp:txXfrm>
        <a:off x="4038653" y="1286"/>
        <a:ext cx="3120510" cy="1872306"/>
      </dsp:txXfrm>
    </dsp:sp>
    <dsp:sp modelId="{2F093625-D502-4954-B1C7-49092654C542}">
      <dsp:nvSpPr>
        <dsp:cNvPr id="0" name=""/>
        <dsp:cNvSpPr/>
      </dsp:nvSpPr>
      <dsp:spPr>
        <a:xfrm>
          <a:off x="606091" y="2185644"/>
          <a:ext cx="3120510" cy="187230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Se generează altele noi</a:t>
          </a:r>
        </a:p>
      </dsp:txBody>
      <dsp:txXfrm>
        <a:off x="606091" y="2185644"/>
        <a:ext cx="3120510" cy="1872306"/>
      </dsp:txXfrm>
    </dsp:sp>
    <dsp:sp modelId="{767D4C3F-C3F1-481B-9572-601EFB57E0D9}">
      <dsp:nvSpPr>
        <dsp:cNvPr id="0" name=""/>
        <dsp:cNvSpPr/>
      </dsp:nvSpPr>
      <dsp:spPr>
        <a:xfrm>
          <a:off x="4038653" y="2185644"/>
          <a:ext cx="3120510" cy="187230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Simulează gravitația</a:t>
          </a:r>
        </a:p>
      </dsp:txBody>
      <dsp:txXfrm>
        <a:off x="4038653" y="2185644"/>
        <a:ext cx="3120510" cy="18723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2B778-13CE-49D1-AD91-5E6675EF5C90}">
      <dsp:nvSpPr>
        <dsp:cNvPr id="0" name=""/>
        <dsp:cNvSpPr/>
      </dsp:nvSpPr>
      <dsp:spPr>
        <a:xfrm>
          <a:off x="838715" y="78"/>
          <a:ext cx="2536621" cy="1521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După o eliminare pot apărea altele</a:t>
          </a:r>
        </a:p>
      </dsp:txBody>
      <dsp:txXfrm>
        <a:off x="883292" y="44655"/>
        <a:ext cx="2447467" cy="1432818"/>
      </dsp:txXfrm>
    </dsp:sp>
    <dsp:sp modelId="{39AEE562-3DB2-4F60-AE84-6693EE9D573E}">
      <dsp:nvSpPr>
        <dsp:cNvPr id="0" name=""/>
        <dsp:cNvSpPr/>
      </dsp:nvSpPr>
      <dsp:spPr>
        <a:xfrm>
          <a:off x="3598559" y="446523"/>
          <a:ext cx="537763" cy="6290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598559" y="572339"/>
        <a:ext cx="376434" cy="377450"/>
      </dsp:txXfrm>
    </dsp:sp>
    <dsp:sp modelId="{19F9B51D-D34C-40BC-A9F6-0F79935B07C6}">
      <dsp:nvSpPr>
        <dsp:cNvPr id="0" name=""/>
        <dsp:cNvSpPr/>
      </dsp:nvSpPr>
      <dsp:spPr>
        <a:xfrm>
          <a:off x="4389985" y="78"/>
          <a:ext cx="2536621" cy="1521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Procesul se repetă automat</a:t>
          </a:r>
        </a:p>
      </dsp:txBody>
      <dsp:txXfrm>
        <a:off x="4434562" y="44655"/>
        <a:ext cx="2447467" cy="1432818"/>
      </dsp:txXfrm>
    </dsp:sp>
    <dsp:sp modelId="{9364F73E-8C50-4706-942B-7DECD8AA4999}">
      <dsp:nvSpPr>
        <dsp:cNvPr id="0" name=""/>
        <dsp:cNvSpPr/>
      </dsp:nvSpPr>
      <dsp:spPr>
        <a:xfrm rot="5400000">
          <a:off x="5389414" y="1699614"/>
          <a:ext cx="537763" cy="6290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-5400000">
        <a:off x="5469571" y="1745274"/>
        <a:ext cx="377450" cy="376434"/>
      </dsp:txXfrm>
    </dsp:sp>
    <dsp:sp modelId="{F9B81F3E-9898-452F-ACCC-99D98009AF5C}">
      <dsp:nvSpPr>
        <dsp:cNvPr id="0" name=""/>
        <dsp:cNvSpPr/>
      </dsp:nvSpPr>
      <dsp:spPr>
        <a:xfrm>
          <a:off x="4389985" y="2536699"/>
          <a:ext cx="2536621" cy="1521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Crește scorul total</a:t>
          </a:r>
        </a:p>
      </dsp:txBody>
      <dsp:txXfrm>
        <a:off x="4434562" y="2581276"/>
        <a:ext cx="2447467" cy="1432818"/>
      </dsp:txXfrm>
    </dsp:sp>
    <dsp:sp modelId="{BE62DD16-3FCB-493B-AA9A-E1703BA231C2}">
      <dsp:nvSpPr>
        <dsp:cNvPr id="0" name=""/>
        <dsp:cNvSpPr/>
      </dsp:nvSpPr>
      <dsp:spPr>
        <a:xfrm rot="10800000">
          <a:off x="3628998" y="2983145"/>
          <a:ext cx="537763" cy="6290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3790327" y="3108961"/>
        <a:ext cx="376434" cy="377450"/>
      </dsp:txXfrm>
    </dsp:sp>
    <dsp:sp modelId="{7FBBC1C6-B019-4EEA-8FF4-EDF83F577EE0}">
      <dsp:nvSpPr>
        <dsp:cNvPr id="0" name=""/>
        <dsp:cNvSpPr/>
      </dsp:nvSpPr>
      <dsp:spPr>
        <a:xfrm>
          <a:off x="838715" y="2536699"/>
          <a:ext cx="2536621" cy="1521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Face jocul mai realist</a:t>
          </a:r>
        </a:p>
      </dsp:txBody>
      <dsp:txXfrm>
        <a:off x="883292" y="2581276"/>
        <a:ext cx="2447467" cy="14328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AE5661-D215-4070-B9F3-E8AC2C2ED91B}">
      <dsp:nvSpPr>
        <dsp:cNvPr id="0" name=""/>
        <dsp:cNvSpPr/>
      </dsp:nvSpPr>
      <dsp:spPr>
        <a:xfrm>
          <a:off x="0" y="0"/>
          <a:ext cx="3785580" cy="10380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Sunt testate toate mutările posibile</a:t>
          </a:r>
        </a:p>
      </dsp:txBody>
      <dsp:txXfrm>
        <a:off x="30404" y="30404"/>
        <a:ext cx="2577717" cy="977250"/>
      </dsp:txXfrm>
    </dsp:sp>
    <dsp:sp modelId="{29A9090B-AFB5-4587-AEA6-D0B87631A4F4}">
      <dsp:nvSpPr>
        <dsp:cNvPr id="0" name=""/>
        <dsp:cNvSpPr/>
      </dsp:nvSpPr>
      <dsp:spPr>
        <a:xfrm>
          <a:off x="317042" y="1226796"/>
          <a:ext cx="3785580" cy="1038058"/>
        </a:xfrm>
        <a:prstGeom prst="roundRect">
          <a:avLst>
            <a:gd name="adj" fmla="val 10000"/>
          </a:avLst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 simulează rezultatul fiecărei mutări</a:t>
          </a:r>
        </a:p>
      </dsp:txBody>
      <dsp:txXfrm>
        <a:off x="347446" y="1257200"/>
        <a:ext cx="2732991" cy="977250"/>
      </dsp:txXfrm>
    </dsp:sp>
    <dsp:sp modelId="{8F20900B-DA9C-4DEC-A1CD-79A102F26483}">
      <dsp:nvSpPr>
        <dsp:cNvPr id="0" name=""/>
        <dsp:cNvSpPr/>
      </dsp:nvSpPr>
      <dsp:spPr>
        <a:xfrm>
          <a:off x="629352" y="2453592"/>
          <a:ext cx="3785580" cy="1038058"/>
        </a:xfrm>
        <a:prstGeom prst="roundRect">
          <a:avLst>
            <a:gd name="adj" fmla="val 10000"/>
          </a:avLst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 alege mutarea cu scor maxim</a:t>
          </a:r>
        </a:p>
      </dsp:txBody>
      <dsp:txXfrm>
        <a:off x="659756" y="2483996"/>
        <a:ext cx="2737723" cy="977250"/>
      </dsp:txXfrm>
    </dsp:sp>
    <dsp:sp modelId="{73FF3877-A852-4CA2-9204-B85F22A59ECE}">
      <dsp:nvSpPr>
        <dsp:cNvPr id="0" name=""/>
        <dsp:cNvSpPr/>
      </dsp:nvSpPr>
      <dsp:spPr>
        <a:xfrm>
          <a:off x="946394" y="3680389"/>
          <a:ext cx="3785580" cy="1038058"/>
        </a:xfrm>
        <a:prstGeom prst="roundRect">
          <a:avLst>
            <a:gd name="adj" fmla="val 10000"/>
          </a:avLst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Jocul nu are input de la utilizator</a:t>
          </a:r>
        </a:p>
      </dsp:txBody>
      <dsp:txXfrm>
        <a:off x="976798" y="3710793"/>
        <a:ext cx="2732991" cy="977250"/>
      </dsp:txXfrm>
    </dsp:sp>
    <dsp:sp modelId="{ED9B2763-7270-4C66-A285-7D1993E93296}">
      <dsp:nvSpPr>
        <dsp:cNvPr id="0" name=""/>
        <dsp:cNvSpPr/>
      </dsp:nvSpPr>
      <dsp:spPr>
        <a:xfrm>
          <a:off x="3110841" y="795058"/>
          <a:ext cx="674738" cy="674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262657" y="795058"/>
        <a:ext cx="371106" cy="507740"/>
      </dsp:txXfrm>
    </dsp:sp>
    <dsp:sp modelId="{8CD8EBF0-B342-49A8-B1A3-8A2180879BC0}">
      <dsp:nvSpPr>
        <dsp:cNvPr id="0" name=""/>
        <dsp:cNvSpPr/>
      </dsp:nvSpPr>
      <dsp:spPr>
        <a:xfrm>
          <a:off x="3427884" y="2021854"/>
          <a:ext cx="674738" cy="674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62340"/>
            <a:satOff val="2206"/>
            <a:lumOff val="283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562340"/>
              <a:satOff val="2206"/>
              <a:lumOff val="2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579700" y="2021854"/>
        <a:ext cx="371106" cy="507740"/>
      </dsp:txXfrm>
    </dsp:sp>
    <dsp:sp modelId="{6CB5EB98-2D4F-4409-8D82-E66214C048C0}">
      <dsp:nvSpPr>
        <dsp:cNvPr id="0" name=""/>
        <dsp:cNvSpPr/>
      </dsp:nvSpPr>
      <dsp:spPr>
        <a:xfrm>
          <a:off x="3740194" y="3248651"/>
          <a:ext cx="674738" cy="674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24680"/>
            <a:satOff val="4413"/>
            <a:lumOff val="566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1124680"/>
              <a:satOff val="4413"/>
              <a:lumOff val="56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892010" y="3248651"/>
        <a:ext cx="371106" cy="5077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0837A-75A6-432C-861C-430BFCA3D3E4}">
      <dsp:nvSpPr>
        <dsp:cNvPr id="0" name=""/>
        <dsp:cNvSpPr/>
      </dsp:nvSpPr>
      <dsp:spPr>
        <a:xfrm>
          <a:off x="0" y="100018"/>
          <a:ext cx="4699509" cy="469950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673D6BB-0F8A-42AA-BD2C-899BAC2AE3BE}">
      <dsp:nvSpPr>
        <dsp:cNvPr id="0" name=""/>
        <dsp:cNvSpPr/>
      </dsp:nvSpPr>
      <dsp:spPr>
        <a:xfrm>
          <a:off x="446453" y="546472"/>
          <a:ext cx="1832808" cy="183280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Fiecare bomboană este colorată</a:t>
          </a:r>
        </a:p>
      </dsp:txBody>
      <dsp:txXfrm>
        <a:off x="535923" y="635942"/>
        <a:ext cx="1653868" cy="1653868"/>
      </dsp:txXfrm>
    </dsp:sp>
    <dsp:sp modelId="{71481881-2AAA-451E-A456-29576EB71E23}">
      <dsp:nvSpPr>
        <dsp:cNvPr id="0" name=""/>
        <dsp:cNvSpPr/>
      </dsp:nvSpPr>
      <dsp:spPr>
        <a:xfrm>
          <a:off x="2420247" y="546472"/>
          <a:ext cx="1832808" cy="183280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Canvas pentru desenare</a:t>
          </a:r>
        </a:p>
      </dsp:txBody>
      <dsp:txXfrm>
        <a:off x="2509717" y="635942"/>
        <a:ext cx="1653868" cy="1653868"/>
      </dsp:txXfrm>
    </dsp:sp>
    <dsp:sp modelId="{5845D351-5EBF-4CE6-AC24-959133070DF1}">
      <dsp:nvSpPr>
        <dsp:cNvPr id="0" name=""/>
        <dsp:cNvSpPr/>
      </dsp:nvSpPr>
      <dsp:spPr>
        <a:xfrm>
          <a:off x="446453" y="2520266"/>
          <a:ext cx="1832808" cy="183280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Highlight pentru mutări</a:t>
          </a:r>
        </a:p>
      </dsp:txBody>
      <dsp:txXfrm>
        <a:off x="535923" y="2609736"/>
        <a:ext cx="1653868" cy="1653868"/>
      </dsp:txXfrm>
    </dsp:sp>
    <dsp:sp modelId="{102E9156-042B-4CAB-BC29-36FD015EC626}">
      <dsp:nvSpPr>
        <dsp:cNvPr id="0" name=""/>
        <dsp:cNvSpPr/>
      </dsp:nvSpPr>
      <dsp:spPr>
        <a:xfrm>
          <a:off x="2420247" y="2520266"/>
          <a:ext cx="1832808" cy="183280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Highlight pentru eliminări</a:t>
          </a:r>
        </a:p>
      </dsp:txBody>
      <dsp:txXfrm>
        <a:off x="2509717" y="2609736"/>
        <a:ext cx="1653868" cy="16538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57890F-D08F-4A8D-98E4-892F18A531A4}">
      <dsp:nvSpPr>
        <dsp:cNvPr id="0" name=""/>
        <dsp:cNvSpPr/>
      </dsp:nvSpPr>
      <dsp:spPr>
        <a:xfrm>
          <a:off x="0" y="35695"/>
          <a:ext cx="7765322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Buton Play / Stop</a:t>
          </a:r>
        </a:p>
      </dsp:txBody>
      <dsp:txXfrm>
        <a:off x="44549" y="80244"/>
        <a:ext cx="7676224" cy="823502"/>
      </dsp:txXfrm>
    </dsp:sp>
    <dsp:sp modelId="{A7A08C96-0F3A-4C4A-9B6A-B47780406EA4}">
      <dsp:nvSpPr>
        <dsp:cNvPr id="0" name=""/>
        <dsp:cNvSpPr/>
      </dsp:nvSpPr>
      <dsp:spPr>
        <a:xfrm>
          <a:off x="0" y="1060615"/>
          <a:ext cx="7765322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Viteză reglabilă</a:t>
          </a:r>
        </a:p>
      </dsp:txBody>
      <dsp:txXfrm>
        <a:off x="44549" y="1105164"/>
        <a:ext cx="7676224" cy="823502"/>
      </dsp:txXfrm>
    </dsp:sp>
    <dsp:sp modelId="{C774AFB3-BF5E-4077-87C6-EBA7B16905F9}">
      <dsp:nvSpPr>
        <dsp:cNvPr id="0" name=""/>
        <dsp:cNvSpPr/>
      </dsp:nvSpPr>
      <dsp:spPr>
        <a:xfrm>
          <a:off x="0" y="2085535"/>
          <a:ext cx="7765322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Afișare scor</a:t>
          </a:r>
        </a:p>
      </dsp:txBody>
      <dsp:txXfrm>
        <a:off x="44549" y="2130084"/>
        <a:ext cx="7676224" cy="823502"/>
      </dsp:txXfrm>
    </dsp:sp>
    <dsp:sp modelId="{26F97083-D572-4F5B-9F45-25A0067343CB}">
      <dsp:nvSpPr>
        <dsp:cNvPr id="0" name=""/>
        <dsp:cNvSpPr/>
      </dsp:nvSpPr>
      <dsp:spPr>
        <a:xfrm>
          <a:off x="0" y="3110455"/>
          <a:ext cx="7765322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Afișare număr de mutări</a:t>
          </a:r>
        </a:p>
      </dsp:txBody>
      <dsp:txXfrm>
        <a:off x="44549" y="3155004"/>
        <a:ext cx="7676224" cy="8235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F6AD7-D9A1-4D2C-804E-352ABB4E3B61}">
      <dsp:nvSpPr>
        <dsp:cNvPr id="0" name=""/>
        <dsp:cNvSpPr/>
      </dsp:nvSpPr>
      <dsp:spPr>
        <a:xfrm>
          <a:off x="1853285" y="0"/>
          <a:ext cx="4058751" cy="405875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A0940-3D68-4FC9-A48E-F78E67F61B99}">
      <dsp:nvSpPr>
        <dsp:cNvPr id="0" name=""/>
        <dsp:cNvSpPr/>
      </dsp:nvSpPr>
      <dsp:spPr>
        <a:xfrm>
          <a:off x="2238866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Test automat cu pytest</a:t>
          </a:r>
        </a:p>
      </dsp:txBody>
      <dsp:txXfrm>
        <a:off x="2316137" y="462852"/>
        <a:ext cx="1428370" cy="1428370"/>
      </dsp:txXfrm>
    </dsp:sp>
    <dsp:sp modelId="{7C1BAE75-3EC8-4ABE-BFA0-2FD861656E59}">
      <dsp:nvSpPr>
        <dsp:cNvPr id="0" name=""/>
        <dsp:cNvSpPr/>
      </dsp:nvSpPr>
      <dsp:spPr>
        <a:xfrm>
          <a:off x="3943542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Verifică detectarea liniilor de 3</a:t>
          </a:r>
        </a:p>
      </dsp:txBody>
      <dsp:txXfrm>
        <a:off x="4020813" y="462852"/>
        <a:ext cx="1428370" cy="1428370"/>
      </dsp:txXfrm>
    </dsp:sp>
    <dsp:sp modelId="{64B405EB-FB5D-4DC5-A948-1053C70828B2}">
      <dsp:nvSpPr>
        <dsp:cNvPr id="0" name=""/>
        <dsp:cNvSpPr/>
      </dsp:nvSpPr>
      <dsp:spPr>
        <a:xfrm>
          <a:off x="2238866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Asigură corectitudinea logicii</a:t>
          </a:r>
        </a:p>
      </dsp:txBody>
      <dsp:txXfrm>
        <a:off x="2316137" y="2167527"/>
        <a:ext cx="1428370" cy="1428370"/>
      </dsp:txXfrm>
    </dsp:sp>
    <dsp:sp modelId="{BC8C8AC6-3CBE-4FCA-B9F9-87E6F7C176CC}">
      <dsp:nvSpPr>
        <dsp:cNvPr id="0" name=""/>
        <dsp:cNvSpPr/>
      </dsp:nvSpPr>
      <dsp:spPr>
        <a:xfrm>
          <a:off x="3943542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Ușor de extins cu alte teste</a:t>
          </a:r>
        </a:p>
      </dsp:txBody>
      <dsp:txXfrm>
        <a:off x="4020813" y="2167527"/>
        <a:ext cx="1428370" cy="1428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6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6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3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7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5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11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3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07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4256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04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74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63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69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09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41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FABFF7-AE1E-A126-7716-165F5C6C98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0052" r="17300" b="1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3063240"/>
          </a:xfrm>
        </p:spPr>
        <p:txBody>
          <a:bodyPr>
            <a:normAutofit/>
          </a:bodyPr>
          <a:lstStyle/>
          <a:p>
            <a:r>
              <a:rPr lang="ro-RO" sz="5700">
                <a:solidFill>
                  <a:schemeClr val="bg1"/>
                </a:solidFill>
              </a:rPr>
              <a:t>Candy Crush – Automatizare în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536192"/>
          </a:xfrm>
        </p:spPr>
        <p:txBody>
          <a:bodyPr>
            <a:normAutofit/>
          </a:bodyPr>
          <a:lstStyle/>
          <a:p>
            <a:r>
              <a:rPr lang="ro-RO">
                <a:solidFill>
                  <a:schemeClr val="bg1"/>
                </a:solidFill>
              </a:rPr>
              <a:t>Proiect realizat în PyCharm</a:t>
            </a:r>
          </a:p>
          <a:p>
            <a:r>
              <a:rPr lang="ro-RO">
                <a:solidFill>
                  <a:schemeClr val="bg1"/>
                </a:solidFill>
              </a:rPr>
              <a:t>Simulare + Interfață Grafică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t>Ce este aplicația?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59946E-C400-C405-61B3-9109D733C5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185617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t>Tehnologii folosite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42A5C9-EADF-0741-D018-8103E6647E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574208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t>Structura proiectului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E36AEC-3B7F-7022-3124-DBD0D2EC4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175454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609599"/>
            <a:ext cx="2559867" cy="5273675"/>
          </a:xfrm>
        </p:spPr>
        <p:txBody>
          <a:bodyPr>
            <a:normAutofit/>
          </a:bodyPr>
          <a:lstStyle/>
          <a:p>
            <a:r>
              <a:rPr lang="ro-RO" sz="2800"/>
              <a:t>Reprezentarea tablei de joc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E3F97E-6B6D-8774-A0AE-3AFDF6E39A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9442754"/>
              </p:ext>
            </p:extLst>
          </p:nvPr>
        </p:nvGraphicFramePr>
        <p:xfrm>
          <a:off x="3961890" y="709683"/>
          <a:ext cx="4699509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224410-FF86-4FBB-A05E-61232D4B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F3BDD110-869E-4A8C-9250-C7AE5C840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76" y="-2"/>
            <a:ext cx="4566524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379" y="1118808"/>
            <a:ext cx="3503600" cy="4747683"/>
          </a:xfrm>
        </p:spPr>
        <p:txBody>
          <a:bodyPr anchor="ctr">
            <a:normAutofit/>
          </a:bodyPr>
          <a:lstStyle/>
          <a:p>
            <a:pPr algn="l"/>
            <a:r>
              <a:rPr lang="ro-RO" sz="4200"/>
              <a:t>Detectarea combinațiilor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4076" y="1118809"/>
            <a:ext cx="3787323" cy="4747681"/>
          </a:xfrm>
          <a:effectLst/>
        </p:spPr>
        <p:txBody>
          <a:bodyPr anchor="ctr">
            <a:normAutofit/>
          </a:bodyPr>
          <a:lstStyle/>
          <a:p>
            <a:r>
              <a:rPr lang="fr-FR">
                <a:solidFill>
                  <a:schemeClr val="tx1"/>
                </a:solidFill>
              </a:rPr>
              <a:t>Linii de 3, 4 și 5</a:t>
            </a:r>
          </a:p>
          <a:p>
            <a:r>
              <a:rPr lang="fr-FR">
                <a:solidFill>
                  <a:schemeClr val="tx1"/>
                </a:solidFill>
              </a:rPr>
              <a:t>Forme de tip L</a:t>
            </a:r>
          </a:p>
          <a:p>
            <a:r>
              <a:rPr lang="fr-FR">
                <a:solidFill>
                  <a:schemeClr val="tx1"/>
                </a:solidFill>
              </a:rPr>
              <a:t>Forme de tip T</a:t>
            </a:r>
          </a:p>
          <a:p>
            <a:r>
              <a:rPr lang="fr-FR">
                <a:solidFill>
                  <a:schemeClr val="tx1"/>
                </a:solidFill>
              </a:rPr>
              <a:t>Detectare automată pe toată tabla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t>Sistem de scor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9954B7-8E3F-0881-E45E-13B99B0143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533502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t>Eliminarea bomboanelor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95693C-098D-A921-11EA-EEC9E5F8C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418089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Cascade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B8CA18-9B34-9C70-94B6-D52A376488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346" y="1732450"/>
          <a:ext cx="776532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609599"/>
            <a:ext cx="2559867" cy="5273675"/>
          </a:xfrm>
        </p:spPr>
        <p:txBody>
          <a:bodyPr>
            <a:normAutofit/>
          </a:bodyPr>
          <a:lstStyle/>
          <a:p>
            <a:r>
              <a:t>Strategia automată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480" y="609599"/>
            <a:ext cx="5167266" cy="527367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6D2962-8015-BB7B-FE36-08A3ACF316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621524"/>
              </p:ext>
            </p:extLst>
          </p:nvPr>
        </p:nvGraphicFramePr>
        <p:xfrm>
          <a:off x="3718692" y="887213"/>
          <a:ext cx="4731975" cy="4718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609599"/>
            <a:ext cx="2559867" cy="5273675"/>
          </a:xfrm>
        </p:spPr>
        <p:txBody>
          <a:bodyPr>
            <a:normAutofit/>
          </a:bodyPr>
          <a:lstStyle/>
          <a:p>
            <a:r>
              <a:t>Interfața grafică (Tkinter)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3479292" y="2"/>
            <a:ext cx="5664708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02C6D8-189E-5115-68EA-D7FAE7DC23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245986"/>
              </p:ext>
            </p:extLst>
          </p:nvPr>
        </p:nvGraphicFramePr>
        <p:xfrm>
          <a:off x="3961890" y="709683"/>
          <a:ext cx="4699509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Controlul jocului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1A121E-3464-42F8-0F99-393D1D78B7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346" y="1732450"/>
          <a:ext cx="776532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111F0C-6E0B-8C3C-D22E-74BEEC82D3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346" y="1732450"/>
          <a:ext cx="776532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ro-RO" sz="3100"/>
              <a:t>Concluzie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t>Aplicație complet funcțională</a:t>
            </a:r>
          </a:p>
          <a:p>
            <a:r>
              <a:t>Logică separată de UI</a:t>
            </a:r>
          </a:p>
          <a:p>
            <a:r>
              <a:t>Joc automat</a:t>
            </a:r>
          </a:p>
          <a:p>
            <a:r>
              <a:t>Ușor de extins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943775"/>
            <a:ext cx="7765322" cy="970450"/>
          </a:xfrm>
        </p:spPr>
        <p:txBody>
          <a:bodyPr/>
          <a:lstStyle/>
          <a:p>
            <a:r>
              <a:rPr lang="ro-RO" dirty="0"/>
              <a:t>Mulțumesc pentru atenție! 💞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</TotalTime>
  <Words>277</Words>
  <Application>Microsoft Office PowerPoint</Application>
  <PresentationFormat>On-screen Show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Calisto MT</vt:lpstr>
      <vt:lpstr>Wingdings 2</vt:lpstr>
      <vt:lpstr>Slate</vt:lpstr>
      <vt:lpstr>Candy Crush – Automatizare în Python</vt:lpstr>
      <vt:lpstr>Ce este aplicația?</vt:lpstr>
      <vt:lpstr>Tehnologii folosite</vt:lpstr>
      <vt:lpstr>Structura proiectului</vt:lpstr>
      <vt:lpstr>Reprezentarea tablei de joc</vt:lpstr>
      <vt:lpstr>Detectarea combinațiilor</vt:lpstr>
      <vt:lpstr>Sistem de scor</vt:lpstr>
      <vt:lpstr>Eliminarea bomboanelor</vt:lpstr>
      <vt:lpstr>Cascade</vt:lpstr>
      <vt:lpstr>Strategia automată</vt:lpstr>
      <vt:lpstr>Interfața grafică (Tkinter)</vt:lpstr>
      <vt:lpstr>Controlul jocului</vt:lpstr>
      <vt:lpstr>Testare</vt:lpstr>
      <vt:lpstr>Concluzie</vt:lpstr>
      <vt:lpstr>Mulțumesc pentru atenție! 💞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Cosmina Crina Moldovan</cp:lastModifiedBy>
  <cp:revision>2</cp:revision>
  <dcterms:created xsi:type="dcterms:W3CDTF">2013-01-27T09:14:16Z</dcterms:created>
  <dcterms:modified xsi:type="dcterms:W3CDTF">2026-01-10T22:34:19Z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2026-01-10T22:34:16Z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9df9f6a7-e3ac-4ea8-8989-54db42e4c795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